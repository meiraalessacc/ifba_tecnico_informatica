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224B0A-1F75-486E-97C1-22DFDDCD6275}" type="doc">
      <dgm:prSet loTypeId="urn:microsoft.com/office/officeart/2005/8/layout/hierarchy2" loCatId="hierarchy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pt-BR"/>
        </a:p>
      </dgm:t>
    </dgm:pt>
    <dgm:pt modelId="{64CBBF19-C24B-485F-976C-29A8E1A1E6A5}">
      <dgm:prSet phldrT="[Texto]" custT="1"/>
      <dgm:spPr/>
      <dgm:t>
        <a:bodyPr/>
        <a:lstStyle/>
        <a:p>
          <a:r>
            <a:rPr lang="pt-BR" sz="3600" b="1" cap="none" spc="0" dirty="0">
              <a:ln w="12700">
                <a:prstDash val="solid"/>
              </a:ln>
              <a:effectLst/>
            </a:rPr>
            <a:t>Menu </a:t>
          </a:r>
        </a:p>
      </dgm:t>
    </dgm:pt>
    <dgm:pt modelId="{4C592552-D914-4BF9-BC1F-EEF7402A17D1}" type="parTrans" cxnId="{0CEC3117-05CB-4139-8386-21A3C1E85BC3}">
      <dgm:prSet/>
      <dgm:spPr/>
      <dgm:t>
        <a:bodyPr/>
        <a:lstStyle/>
        <a:p>
          <a:endParaRPr lang="pt-BR"/>
        </a:p>
      </dgm:t>
    </dgm:pt>
    <dgm:pt modelId="{67C8E45B-4131-4D8B-8AFE-5395553C7DB3}" type="sibTrans" cxnId="{0CEC3117-05CB-4139-8386-21A3C1E85BC3}">
      <dgm:prSet/>
      <dgm:spPr/>
      <dgm:t>
        <a:bodyPr/>
        <a:lstStyle/>
        <a:p>
          <a:endParaRPr lang="pt-BR"/>
        </a:p>
      </dgm:t>
    </dgm:pt>
    <dgm:pt modelId="{92E23801-DA61-4CAA-8C53-16F0209CE1D1}">
      <dgm:prSet custT="1"/>
      <dgm:spPr/>
      <dgm:t>
        <a:bodyPr/>
        <a:lstStyle/>
        <a:p>
          <a:endParaRPr lang="pt-BR" sz="1800" dirty="0">
            <a:latin typeface="Cooper Std Black" panose="0208090304030B020404" pitchFamily="18" charset="0"/>
          </a:endParaRPr>
        </a:p>
        <a:p>
          <a:r>
            <a:rPr lang="pt-BR" sz="1800" dirty="0">
              <a:latin typeface="Cooper Std Black" panose="0208090304030B020404" pitchFamily="18" charset="0"/>
            </a:rPr>
            <a:t>Bem vindo ao jogo!</a:t>
          </a:r>
        </a:p>
        <a:p>
          <a:r>
            <a:rPr lang="pt-BR" sz="1800" dirty="0">
              <a:latin typeface="Cooper Std Black" panose="0208090304030B020404" pitchFamily="18" charset="0"/>
            </a:rPr>
            <a:t>(</a:t>
          </a:r>
          <a:r>
            <a:rPr lang="pt-BR" sz="1800" dirty="0" err="1">
              <a:latin typeface="Cooper Std Black" panose="0208090304030B020404" pitchFamily="18" charset="0"/>
            </a:rPr>
            <a:t>cls</a:t>
          </a:r>
          <a:r>
            <a:rPr lang="pt-BR" sz="1800" dirty="0">
              <a:latin typeface="Cooper Std Black" panose="0208090304030B020404" pitchFamily="18" charset="0"/>
            </a:rPr>
            <a:t>)</a:t>
          </a:r>
        </a:p>
        <a:p>
          <a:r>
            <a:rPr lang="pt-BR" sz="1800" dirty="0">
              <a:latin typeface="Cooper Std Black" panose="0208090304030B020404" pitchFamily="18" charset="0"/>
            </a:rPr>
            <a:t>(</a:t>
          </a:r>
          <a:r>
            <a:rPr lang="pt-BR" sz="1800" dirty="0" err="1">
              <a:latin typeface="Cooper Std Black" panose="0208090304030B020404" pitchFamily="18" charset="0"/>
            </a:rPr>
            <a:t>sleep</a:t>
          </a:r>
          <a:r>
            <a:rPr lang="pt-BR" sz="1800" dirty="0">
              <a:latin typeface="Cooper Std Black" panose="0208090304030B020404" pitchFamily="18" charset="0"/>
            </a:rPr>
            <a:t>)</a:t>
          </a:r>
        </a:p>
        <a:p>
          <a:r>
            <a:rPr lang="pt-BR" sz="1800" dirty="0">
              <a:latin typeface="Cooper Std Black" panose="0208090304030B020404" pitchFamily="18" charset="0"/>
            </a:rPr>
            <a:t>Começar o jogo</a:t>
          </a:r>
        </a:p>
        <a:p>
          <a:r>
            <a:rPr lang="pt-BR" sz="1800" dirty="0">
              <a:latin typeface="Cooper Std Black" panose="0208090304030B020404" pitchFamily="18" charset="0"/>
            </a:rPr>
            <a:t>Sair do jogo</a:t>
          </a:r>
        </a:p>
        <a:p>
          <a:endParaRPr lang="pt-BR" sz="1050" dirty="0">
            <a:latin typeface="Cooper Std Black" panose="0208090304030B020404" pitchFamily="18" charset="0"/>
          </a:endParaRPr>
        </a:p>
      </dgm:t>
    </dgm:pt>
    <dgm:pt modelId="{DD670870-37A5-4E60-A3C1-FA39C1C876AB}" type="parTrans" cxnId="{98BDD428-8A1E-4BD4-BAE6-85222A3FC15A}">
      <dgm:prSet/>
      <dgm:spPr/>
      <dgm:t>
        <a:bodyPr/>
        <a:lstStyle/>
        <a:p>
          <a:endParaRPr lang="pt-BR"/>
        </a:p>
      </dgm:t>
    </dgm:pt>
    <dgm:pt modelId="{24B218F7-2033-4224-B818-CAE39EEC6E50}" type="sibTrans" cxnId="{98BDD428-8A1E-4BD4-BAE6-85222A3FC15A}">
      <dgm:prSet/>
      <dgm:spPr/>
      <dgm:t>
        <a:bodyPr/>
        <a:lstStyle/>
        <a:p>
          <a:endParaRPr lang="pt-BR"/>
        </a:p>
      </dgm:t>
    </dgm:pt>
    <dgm:pt modelId="{A70AEA8D-FE40-487D-AE6D-7C98D0007A1D}">
      <dgm:prSet phldrT="[Texto]"/>
      <dgm:spPr/>
      <dgm:t>
        <a:bodyPr/>
        <a:lstStyle/>
        <a:p>
          <a:r>
            <a:rPr lang="pt-BR" dirty="0">
              <a:latin typeface="Cooper Std Black" panose="0208090304030B020404" pitchFamily="18" charset="0"/>
            </a:rPr>
            <a:t>Regras</a:t>
          </a:r>
          <a:r>
            <a:rPr lang="pt-BR" baseline="0" dirty="0">
              <a:latin typeface="Cooper Std Black" panose="0208090304030B020404" pitchFamily="18" charset="0"/>
            </a:rPr>
            <a:t> do jogo</a:t>
          </a:r>
          <a:endParaRPr lang="pt-BR" dirty="0">
            <a:latin typeface="Cooper Std Black" panose="0208090304030B020404" pitchFamily="18" charset="0"/>
          </a:endParaRPr>
        </a:p>
      </dgm:t>
    </dgm:pt>
    <dgm:pt modelId="{C7DDB771-6FEF-4D86-A740-EE3483BA315F}" type="parTrans" cxnId="{FD8D86EA-A6C2-4139-9164-FD71426DC73E}">
      <dgm:prSet/>
      <dgm:spPr/>
      <dgm:t>
        <a:bodyPr/>
        <a:lstStyle/>
        <a:p>
          <a:endParaRPr lang="pt-BR"/>
        </a:p>
      </dgm:t>
    </dgm:pt>
    <dgm:pt modelId="{4E8782EA-5F44-4F57-A732-8FD0FD59EC90}" type="sibTrans" cxnId="{FD8D86EA-A6C2-4139-9164-FD71426DC73E}">
      <dgm:prSet/>
      <dgm:spPr/>
      <dgm:t>
        <a:bodyPr/>
        <a:lstStyle/>
        <a:p>
          <a:endParaRPr lang="pt-BR"/>
        </a:p>
      </dgm:t>
    </dgm:pt>
    <dgm:pt modelId="{4E01D079-1DD2-4994-92E7-B2AD62C15668}">
      <dgm:prSet phldrT="[Texto]"/>
      <dgm:spPr/>
      <dgm:t>
        <a:bodyPr/>
        <a:lstStyle/>
        <a:p>
          <a:r>
            <a:rPr lang="pt-BR" dirty="0">
              <a:latin typeface="Cooper Std Black" panose="0208090304030B020404" pitchFamily="18" charset="0"/>
            </a:rPr>
            <a:t>Quantidade de jogadores</a:t>
          </a:r>
        </a:p>
      </dgm:t>
    </dgm:pt>
    <dgm:pt modelId="{801AE237-E627-4D94-8F76-D31879D404B7}" type="sibTrans" cxnId="{A48B7196-74D7-4495-ABB5-64991FECF14A}">
      <dgm:prSet/>
      <dgm:spPr/>
      <dgm:t>
        <a:bodyPr/>
        <a:lstStyle/>
        <a:p>
          <a:endParaRPr lang="pt-BR"/>
        </a:p>
      </dgm:t>
    </dgm:pt>
    <dgm:pt modelId="{62639960-9864-4B85-A1E4-A8236F1B4FBC}" type="parTrans" cxnId="{A48B7196-74D7-4495-ABB5-64991FECF14A}">
      <dgm:prSet/>
      <dgm:spPr/>
      <dgm:t>
        <a:bodyPr/>
        <a:lstStyle/>
        <a:p>
          <a:endParaRPr lang="pt-BR"/>
        </a:p>
      </dgm:t>
    </dgm:pt>
    <dgm:pt modelId="{1FC94F75-E45D-492B-8F79-BBF3CA5E9711}" type="pres">
      <dgm:prSet presAssocID="{E7224B0A-1F75-486E-97C1-22DFDDCD627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68D5511-3D3B-4BFD-8F64-E89A60E4ADCD}" type="pres">
      <dgm:prSet presAssocID="{64CBBF19-C24B-485F-976C-29A8E1A1E6A5}" presName="root1" presStyleCnt="0"/>
      <dgm:spPr/>
    </dgm:pt>
    <dgm:pt modelId="{F593B159-CF36-45F7-8357-2D49181F6941}" type="pres">
      <dgm:prSet presAssocID="{64CBBF19-C24B-485F-976C-29A8E1A1E6A5}" presName="LevelOneTextNode" presStyleLbl="node0" presStyleIdx="0" presStyleCnt="1" custLinFactNeighborX="1016" custLinFactNeighborY="1354">
        <dgm:presLayoutVars>
          <dgm:chPref val="3"/>
        </dgm:presLayoutVars>
      </dgm:prSet>
      <dgm:spPr/>
    </dgm:pt>
    <dgm:pt modelId="{F5C47D94-7C43-4C08-804D-32A4984FD02C}" type="pres">
      <dgm:prSet presAssocID="{64CBBF19-C24B-485F-976C-29A8E1A1E6A5}" presName="level2hierChild" presStyleCnt="0"/>
      <dgm:spPr/>
    </dgm:pt>
    <dgm:pt modelId="{2D9C32D4-9E8E-4019-9B6C-9E3764208426}" type="pres">
      <dgm:prSet presAssocID="{62639960-9864-4B85-A1E4-A8236F1B4FBC}" presName="conn2-1" presStyleLbl="parChTrans1D2" presStyleIdx="0" presStyleCnt="3"/>
      <dgm:spPr/>
    </dgm:pt>
    <dgm:pt modelId="{A07A4A32-4D4E-4D9E-9867-D69A7BE1B139}" type="pres">
      <dgm:prSet presAssocID="{62639960-9864-4B85-A1E4-A8236F1B4FBC}" presName="connTx" presStyleLbl="parChTrans1D2" presStyleIdx="0" presStyleCnt="3"/>
      <dgm:spPr/>
    </dgm:pt>
    <dgm:pt modelId="{791A2963-BDD6-47E3-BE7F-80425753A7B9}" type="pres">
      <dgm:prSet presAssocID="{4E01D079-1DD2-4994-92E7-B2AD62C15668}" presName="root2" presStyleCnt="0"/>
      <dgm:spPr/>
    </dgm:pt>
    <dgm:pt modelId="{40D64EF9-C5C1-4372-991D-D2635288FADB}" type="pres">
      <dgm:prSet presAssocID="{4E01D079-1DD2-4994-92E7-B2AD62C15668}" presName="LevelTwoTextNode" presStyleLbl="node2" presStyleIdx="0" presStyleCnt="3">
        <dgm:presLayoutVars>
          <dgm:chPref val="3"/>
        </dgm:presLayoutVars>
      </dgm:prSet>
      <dgm:spPr/>
    </dgm:pt>
    <dgm:pt modelId="{4DA7EEE3-C411-4C11-909E-B59DC02E7303}" type="pres">
      <dgm:prSet presAssocID="{4E01D079-1DD2-4994-92E7-B2AD62C15668}" presName="level3hierChild" presStyleCnt="0"/>
      <dgm:spPr/>
    </dgm:pt>
    <dgm:pt modelId="{4A4CF13D-A872-43E5-9F80-12883D988087}" type="pres">
      <dgm:prSet presAssocID="{C7DDB771-6FEF-4D86-A740-EE3483BA315F}" presName="conn2-1" presStyleLbl="parChTrans1D2" presStyleIdx="1" presStyleCnt="3"/>
      <dgm:spPr/>
    </dgm:pt>
    <dgm:pt modelId="{4AED9C4A-6F21-4C4F-A24B-7C24EBAF9752}" type="pres">
      <dgm:prSet presAssocID="{C7DDB771-6FEF-4D86-A740-EE3483BA315F}" presName="connTx" presStyleLbl="parChTrans1D2" presStyleIdx="1" presStyleCnt="3"/>
      <dgm:spPr/>
    </dgm:pt>
    <dgm:pt modelId="{A41EA024-FA4E-4975-B3DF-DE767C7E1124}" type="pres">
      <dgm:prSet presAssocID="{A70AEA8D-FE40-487D-AE6D-7C98D0007A1D}" presName="root2" presStyleCnt="0"/>
      <dgm:spPr/>
    </dgm:pt>
    <dgm:pt modelId="{7D6529D2-43E8-4806-84A0-77C754BDA275}" type="pres">
      <dgm:prSet presAssocID="{A70AEA8D-FE40-487D-AE6D-7C98D0007A1D}" presName="LevelTwoTextNode" presStyleLbl="node2" presStyleIdx="1" presStyleCnt="3">
        <dgm:presLayoutVars>
          <dgm:chPref val="3"/>
        </dgm:presLayoutVars>
      </dgm:prSet>
      <dgm:spPr/>
    </dgm:pt>
    <dgm:pt modelId="{B2FD8BF5-5F47-4D0B-B84C-844A3BD0233B}" type="pres">
      <dgm:prSet presAssocID="{A70AEA8D-FE40-487D-AE6D-7C98D0007A1D}" presName="level3hierChild" presStyleCnt="0"/>
      <dgm:spPr/>
    </dgm:pt>
    <dgm:pt modelId="{470A2C9C-7BC8-4080-B6AB-28A8A98D0238}" type="pres">
      <dgm:prSet presAssocID="{DD670870-37A5-4E60-A3C1-FA39C1C876AB}" presName="conn2-1" presStyleLbl="parChTrans1D2" presStyleIdx="2" presStyleCnt="3"/>
      <dgm:spPr/>
    </dgm:pt>
    <dgm:pt modelId="{082E7F9B-2137-4D89-B05D-8B563851B772}" type="pres">
      <dgm:prSet presAssocID="{DD670870-37A5-4E60-A3C1-FA39C1C876AB}" presName="connTx" presStyleLbl="parChTrans1D2" presStyleIdx="2" presStyleCnt="3"/>
      <dgm:spPr/>
    </dgm:pt>
    <dgm:pt modelId="{54CA8D13-9A2E-4C8B-93BE-2EA30922144D}" type="pres">
      <dgm:prSet presAssocID="{92E23801-DA61-4CAA-8C53-16F0209CE1D1}" presName="root2" presStyleCnt="0"/>
      <dgm:spPr/>
    </dgm:pt>
    <dgm:pt modelId="{889EEAFC-2BE2-4D2D-B0A7-40A44716F7DE}" type="pres">
      <dgm:prSet presAssocID="{92E23801-DA61-4CAA-8C53-16F0209CE1D1}" presName="LevelTwoTextNode" presStyleLbl="node2" presStyleIdx="2" presStyleCnt="3">
        <dgm:presLayoutVars>
          <dgm:chPref val="3"/>
        </dgm:presLayoutVars>
      </dgm:prSet>
      <dgm:spPr/>
    </dgm:pt>
    <dgm:pt modelId="{A4763B2B-89F4-4AD3-B417-DBB08181AEE1}" type="pres">
      <dgm:prSet presAssocID="{92E23801-DA61-4CAA-8C53-16F0209CE1D1}" presName="level3hierChild" presStyleCnt="0"/>
      <dgm:spPr/>
    </dgm:pt>
  </dgm:ptLst>
  <dgm:cxnLst>
    <dgm:cxn modelId="{BC8CD007-05A6-4317-9315-62F33BA241CA}" type="presOf" srcId="{62639960-9864-4B85-A1E4-A8236F1B4FBC}" destId="{2D9C32D4-9E8E-4019-9B6C-9E3764208426}" srcOrd="0" destOrd="0" presId="urn:microsoft.com/office/officeart/2005/8/layout/hierarchy2"/>
    <dgm:cxn modelId="{0CEC3117-05CB-4139-8386-21A3C1E85BC3}" srcId="{E7224B0A-1F75-486E-97C1-22DFDDCD6275}" destId="{64CBBF19-C24B-485F-976C-29A8E1A1E6A5}" srcOrd="0" destOrd="0" parTransId="{4C592552-D914-4BF9-BC1F-EEF7402A17D1}" sibTransId="{67C8E45B-4131-4D8B-8AFE-5395553C7DB3}"/>
    <dgm:cxn modelId="{B1E8391B-756E-413B-BB70-A8CA6F7418BB}" type="presOf" srcId="{DD670870-37A5-4E60-A3C1-FA39C1C876AB}" destId="{082E7F9B-2137-4D89-B05D-8B563851B772}" srcOrd="1" destOrd="0" presId="urn:microsoft.com/office/officeart/2005/8/layout/hierarchy2"/>
    <dgm:cxn modelId="{00405826-B648-4098-AA68-67B78D6AD220}" type="presOf" srcId="{C7DDB771-6FEF-4D86-A740-EE3483BA315F}" destId="{4AED9C4A-6F21-4C4F-A24B-7C24EBAF9752}" srcOrd="1" destOrd="0" presId="urn:microsoft.com/office/officeart/2005/8/layout/hierarchy2"/>
    <dgm:cxn modelId="{98BDD428-8A1E-4BD4-BAE6-85222A3FC15A}" srcId="{64CBBF19-C24B-485F-976C-29A8E1A1E6A5}" destId="{92E23801-DA61-4CAA-8C53-16F0209CE1D1}" srcOrd="2" destOrd="0" parTransId="{DD670870-37A5-4E60-A3C1-FA39C1C876AB}" sibTransId="{24B218F7-2033-4224-B818-CAE39EEC6E50}"/>
    <dgm:cxn modelId="{95363E38-AF6E-4869-AF1E-8E273D6B57A4}" type="presOf" srcId="{C7DDB771-6FEF-4D86-A740-EE3483BA315F}" destId="{4A4CF13D-A872-43E5-9F80-12883D988087}" srcOrd="0" destOrd="0" presId="urn:microsoft.com/office/officeart/2005/8/layout/hierarchy2"/>
    <dgm:cxn modelId="{712AC056-8176-4D73-8941-B5E5D24839B4}" type="presOf" srcId="{A70AEA8D-FE40-487D-AE6D-7C98D0007A1D}" destId="{7D6529D2-43E8-4806-84A0-77C754BDA275}" srcOrd="0" destOrd="0" presId="urn:microsoft.com/office/officeart/2005/8/layout/hierarchy2"/>
    <dgm:cxn modelId="{BB71205A-A663-453D-BB8C-884F6029B48A}" type="presOf" srcId="{64CBBF19-C24B-485F-976C-29A8E1A1E6A5}" destId="{F593B159-CF36-45F7-8357-2D49181F6941}" srcOrd="0" destOrd="0" presId="urn:microsoft.com/office/officeart/2005/8/layout/hierarchy2"/>
    <dgm:cxn modelId="{A48B7196-74D7-4495-ABB5-64991FECF14A}" srcId="{64CBBF19-C24B-485F-976C-29A8E1A1E6A5}" destId="{4E01D079-1DD2-4994-92E7-B2AD62C15668}" srcOrd="0" destOrd="0" parTransId="{62639960-9864-4B85-A1E4-A8236F1B4FBC}" sibTransId="{801AE237-E627-4D94-8F76-D31879D404B7}"/>
    <dgm:cxn modelId="{58B478A3-16D4-4440-8A2E-8706FDF8125C}" type="presOf" srcId="{E7224B0A-1F75-486E-97C1-22DFDDCD6275}" destId="{1FC94F75-E45D-492B-8F79-BBF3CA5E9711}" srcOrd="0" destOrd="0" presId="urn:microsoft.com/office/officeart/2005/8/layout/hierarchy2"/>
    <dgm:cxn modelId="{DD232CBA-7E05-4B47-8D7A-368E48AA39B7}" type="presOf" srcId="{4E01D079-1DD2-4994-92E7-B2AD62C15668}" destId="{40D64EF9-C5C1-4372-991D-D2635288FADB}" srcOrd="0" destOrd="0" presId="urn:microsoft.com/office/officeart/2005/8/layout/hierarchy2"/>
    <dgm:cxn modelId="{D398C3D0-DEB3-4AFD-B340-66B9EBF0ECFB}" type="presOf" srcId="{92E23801-DA61-4CAA-8C53-16F0209CE1D1}" destId="{889EEAFC-2BE2-4D2D-B0A7-40A44716F7DE}" srcOrd="0" destOrd="0" presId="urn:microsoft.com/office/officeart/2005/8/layout/hierarchy2"/>
    <dgm:cxn modelId="{FD8D86EA-A6C2-4139-9164-FD71426DC73E}" srcId="{64CBBF19-C24B-485F-976C-29A8E1A1E6A5}" destId="{A70AEA8D-FE40-487D-AE6D-7C98D0007A1D}" srcOrd="1" destOrd="0" parTransId="{C7DDB771-6FEF-4D86-A740-EE3483BA315F}" sibTransId="{4E8782EA-5F44-4F57-A732-8FD0FD59EC90}"/>
    <dgm:cxn modelId="{43152AF4-6D4E-41FB-9A45-4800C95B0F96}" type="presOf" srcId="{62639960-9864-4B85-A1E4-A8236F1B4FBC}" destId="{A07A4A32-4D4E-4D9E-9867-D69A7BE1B139}" srcOrd="1" destOrd="0" presId="urn:microsoft.com/office/officeart/2005/8/layout/hierarchy2"/>
    <dgm:cxn modelId="{9BB9CEFB-EB0E-4D74-84F7-EA043CDBD596}" type="presOf" srcId="{DD670870-37A5-4E60-A3C1-FA39C1C876AB}" destId="{470A2C9C-7BC8-4080-B6AB-28A8A98D0238}" srcOrd="0" destOrd="0" presId="urn:microsoft.com/office/officeart/2005/8/layout/hierarchy2"/>
    <dgm:cxn modelId="{E6C9BB3C-34F7-4EE5-84F1-3712617B1A6A}" type="presParOf" srcId="{1FC94F75-E45D-492B-8F79-BBF3CA5E9711}" destId="{168D5511-3D3B-4BFD-8F64-E89A60E4ADCD}" srcOrd="0" destOrd="0" presId="urn:microsoft.com/office/officeart/2005/8/layout/hierarchy2"/>
    <dgm:cxn modelId="{94E298F2-FDC7-41F2-A0D4-4036D3DD60E5}" type="presParOf" srcId="{168D5511-3D3B-4BFD-8F64-E89A60E4ADCD}" destId="{F593B159-CF36-45F7-8357-2D49181F6941}" srcOrd="0" destOrd="0" presId="urn:microsoft.com/office/officeart/2005/8/layout/hierarchy2"/>
    <dgm:cxn modelId="{F3AF9911-BD38-4B21-A174-7E85E8F6EB97}" type="presParOf" srcId="{168D5511-3D3B-4BFD-8F64-E89A60E4ADCD}" destId="{F5C47D94-7C43-4C08-804D-32A4984FD02C}" srcOrd="1" destOrd="0" presId="urn:microsoft.com/office/officeart/2005/8/layout/hierarchy2"/>
    <dgm:cxn modelId="{015001BA-4792-451A-91E0-0602B9136573}" type="presParOf" srcId="{F5C47D94-7C43-4C08-804D-32A4984FD02C}" destId="{2D9C32D4-9E8E-4019-9B6C-9E3764208426}" srcOrd="0" destOrd="0" presId="urn:microsoft.com/office/officeart/2005/8/layout/hierarchy2"/>
    <dgm:cxn modelId="{6AC05409-D3F3-434F-A6A2-2D761EEF9C6F}" type="presParOf" srcId="{2D9C32D4-9E8E-4019-9B6C-9E3764208426}" destId="{A07A4A32-4D4E-4D9E-9867-D69A7BE1B139}" srcOrd="0" destOrd="0" presId="urn:microsoft.com/office/officeart/2005/8/layout/hierarchy2"/>
    <dgm:cxn modelId="{8BBC6B0C-9DAD-4582-98FD-FDD1D41796A6}" type="presParOf" srcId="{F5C47D94-7C43-4C08-804D-32A4984FD02C}" destId="{791A2963-BDD6-47E3-BE7F-80425753A7B9}" srcOrd="1" destOrd="0" presId="urn:microsoft.com/office/officeart/2005/8/layout/hierarchy2"/>
    <dgm:cxn modelId="{D6CC244C-EA42-462B-9316-76184CE535AD}" type="presParOf" srcId="{791A2963-BDD6-47E3-BE7F-80425753A7B9}" destId="{40D64EF9-C5C1-4372-991D-D2635288FADB}" srcOrd="0" destOrd="0" presId="urn:microsoft.com/office/officeart/2005/8/layout/hierarchy2"/>
    <dgm:cxn modelId="{FA1B82CD-C2C4-44AA-A222-59B398B57758}" type="presParOf" srcId="{791A2963-BDD6-47E3-BE7F-80425753A7B9}" destId="{4DA7EEE3-C411-4C11-909E-B59DC02E7303}" srcOrd="1" destOrd="0" presId="urn:microsoft.com/office/officeart/2005/8/layout/hierarchy2"/>
    <dgm:cxn modelId="{8A09E396-F989-47C6-BC72-0CD9553F9ECA}" type="presParOf" srcId="{F5C47D94-7C43-4C08-804D-32A4984FD02C}" destId="{4A4CF13D-A872-43E5-9F80-12883D988087}" srcOrd="2" destOrd="0" presId="urn:microsoft.com/office/officeart/2005/8/layout/hierarchy2"/>
    <dgm:cxn modelId="{99BCFF57-22E7-48B3-8817-B9FB0672FD13}" type="presParOf" srcId="{4A4CF13D-A872-43E5-9F80-12883D988087}" destId="{4AED9C4A-6F21-4C4F-A24B-7C24EBAF9752}" srcOrd="0" destOrd="0" presId="urn:microsoft.com/office/officeart/2005/8/layout/hierarchy2"/>
    <dgm:cxn modelId="{1C52EB75-A646-4AC4-85C1-9C2C7236B088}" type="presParOf" srcId="{F5C47D94-7C43-4C08-804D-32A4984FD02C}" destId="{A41EA024-FA4E-4975-B3DF-DE767C7E1124}" srcOrd="3" destOrd="0" presId="urn:microsoft.com/office/officeart/2005/8/layout/hierarchy2"/>
    <dgm:cxn modelId="{BAE2A9DC-D3AD-4FCF-BAF2-98754A1798F8}" type="presParOf" srcId="{A41EA024-FA4E-4975-B3DF-DE767C7E1124}" destId="{7D6529D2-43E8-4806-84A0-77C754BDA275}" srcOrd="0" destOrd="0" presId="urn:microsoft.com/office/officeart/2005/8/layout/hierarchy2"/>
    <dgm:cxn modelId="{E7CB53D0-1AAC-4361-8A73-C23D78AC66BB}" type="presParOf" srcId="{A41EA024-FA4E-4975-B3DF-DE767C7E1124}" destId="{B2FD8BF5-5F47-4D0B-B84C-844A3BD0233B}" srcOrd="1" destOrd="0" presId="urn:microsoft.com/office/officeart/2005/8/layout/hierarchy2"/>
    <dgm:cxn modelId="{3917CE8B-ADB8-44D9-99AD-4519B4881AC5}" type="presParOf" srcId="{F5C47D94-7C43-4C08-804D-32A4984FD02C}" destId="{470A2C9C-7BC8-4080-B6AB-28A8A98D0238}" srcOrd="4" destOrd="0" presId="urn:microsoft.com/office/officeart/2005/8/layout/hierarchy2"/>
    <dgm:cxn modelId="{75D76E4F-182F-4A05-81BC-491CAF836177}" type="presParOf" srcId="{470A2C9C-7BC8-4080-B6AB-28A8A98D0238}" destId="{082E7F9B-2137-4D89-B05D-8B563851B772}" srcOrd="0" destOrd="0" presId="urn:microsoft.com/office/officeart/2005/8/layout/hierarchy2"/>
    <dgm:cxn modelId="{EDE20A2E-2BF3-4CA4-8857-84A1953A2172}" type="presParOf" srcId="{F5C47D94-7C43-4C08-804D-32A4984FD02C}" destId="{54CA8D13-9A2E-4C8B-93BE-2EA30922144D}" srcOrd="5" destOrd="0" presId="urn:microsoft.com/office/officeart/2005/8/layout/hierarchy2"/>
    <dgm:cxn modelId="{2691B201-6A96-43BE-8340-8007EDA4475C}" type="presParOf" srcId="{54CA8D13-9A2E-4C8B-93BE-2EA30922144D}" destId="{889EEAFC-2BE2-4D2D-B0A7-40A44716F7DE}" srcOrd="0" destOrd="0" presId="urn:microsoft.com/office/officeart/2005/8/layout/hierarchy2"/>
    <dgm:cxn modelId="{11174B68-E4D9-43FE-9EDC-F2F7DB5D5774}" type="presParOf" srcId="{54CA8D13-9A2E-4C8B-93BE-2EA30922144D}" destId="{A4763B2B-89F4-4AD3-B417-DBB08181AEE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224B0A-1F75-486E-97C1-22DFDDCD6275}" type="doc">
      <dgm:prSet loTypeId="urn:microsoft.com/office/officeart/2005/8/layout/hierarchy5" loCatId="hierarchy" qsTypeId="urn:microsoft.com/office/officeart/2005/8/quickstyle/3d2" qsCatId="3D" csTypeId="urn:microsoft.com/office/officeart/2005/8/colors/accent0_2" csCatId="mainScheme" phldr="1"/>
      <dgm:spPr/>
      <dgm:t>
        <a:bodyPr/>
        <a:lstStyle/>
        <a:p>
          <a:endParaRPr lang="pt-BR"/>
        </a:p>
      </dgm:t>
    </dgm:pt>
    <dgm:pt modelId="{64CBBF19-C24B-485F-976C-29A8E1A1E6A5}">
      <dgm:prSet phldrT="[Texto]" custT="1"/>
      <dgm:spPr/>
      <dgm:t>
        <a:bodyPr/>
        <a:lstStyle/>
        <a:p>
          <a:r>
            <a:rPr lang="pt-BR" sz="3600" b="1" cap="none" spc="0" dirty="0">
              <a:ln w="12700">
                <a:prstDash val="solid"/>
              </a:ln>
              <a:effectLst/>
            </a:rPr>
            <a:t>Funções </a:t>
          </a:r>
        </a:p>
      </dgm:t>
    </dgm:pt>
    <dgm:pt modelId="{4C592552-D914-4BF9-BC1F-EEF7402A17D1}" type="parTrans" cxnId="{0CEC3117-05CB-4139-8386-21A3C1E85BC3}">
      <dgm:prSet/>
      <dgm:spPr/>
      <dgm:t>
        <a:bodyPr/>
        <a:lstStyle/>
        <a:p>
          <a:endParaRPr lang="pt-BR"/>
        </a:p>
      </dgm:t>
    </dgm:pt>
    <dgm:pt modelId="{67C8E45B-4131-4D8B-8AFE-5395553C7DB3}" type="sibTrans" cxnId="{0CEC3117-05CB-4139-8386-21A3C1E85BC3}">
      <dgm:prSet/>
      <dgm:spPr/>
      <dgm:t>
        <a:bodyPr/>
        <a:lstStyle/>
        <a:p>
          <a:endParaRPr lang="pt-BR"/>
        </a:p>
      </dgm:t>
    </dgm:pt>
    <dgm:pt modelId="{92E23801-DA61-4CAA-8C53-16F0209CE1D1}">
      <dgm:prSet custT="1"/>
      <dgm:spPr/>
      <dgm:t>
        <a:bodyPr/>
        <a:lstStyle/>
        <a:p>
          <a:r>
            <a:rPr lang="pt-BR" sz="2300" dirty="0">
              <a:latin typeface="Cooper Std Black" panose="0208090304030B020404" pitchFamily="18" charset="0"/>
            </a:rPr>
            <a:t>Dicas</a:t>
          </a:r>
        </a:p>
      </dgm:t>
    </dgm:pt>
    <dgm:pt modelId="{DD670870-37A5-4E60-A3C1-FA39C1C876AB}" type="parTrans" cxnId="{98BDD428-8A1E-4BD4-BAE6-85222A3FC15A}">
      <dgm:prSet/>
      <dgm:spPr/>
      <dgm:t>
        <a:bodyPr/>
        <a:lstStyle/>
        <a:p>
          <a:endParaRPr lang="pt-BR"/>
        </a:p>
      </dgm:t>
    </dgm:pt>
    <dgm:pt modelId="{24B218F7-2033-4224-B818-CAE39EEC6E50}" type="sibTrans" cxnId="{98BDD428-8A1E-4BD4-BAE6-85222A3FC15A}">
      <dgm:prSet/>
      <dgm:spPr/>
      <dgm:t>
        <a:bodyPr/>
        <a:lstStyle/>
        <a:p>
          <a:endParaRPr lang="pt-BR"/>
        </a:p>
      </dgm:t>
    </dgm:pt>
    <dgm:pt modelId="{A70AEA8D-FE40-487D-AE6D-7C98D0007A1D}">
      <dgm:prSet phldrT="[Texto]"/>
      <dgm:spPr/>
      <dgm:t>
        <a:bodyPr/>
        <a:lstStyle/>
        <a:p>
          <a:r>
            <a:rPr lang="pt-BR" dirty="0">
              <a:latin typeface="Cooper Std Black" panose="0208090304030B020404" pitchFamily="18" charset="0"/>
            </a:rPr>
            <a:t>Sortear palavras</a:t>
          </a:r>
        </a:p>
      </dgm:t>
    </dgm:pt>
    <dgm:pt modelId="{C7DDB771-6FEF-4D86-A740-EE3483BA315F}" type="parTrans" cxnId="{FD8D86EA-A6C2-4139-9164-FD71426DC73E}">
      <dgm:prSet/>
      <dgm:spPr/>
      <dgm:t>
        <a:bodyPr/>
        <a:lstStyle/>
        <a:p>
          <a:endParaRPr lang="pt-BR"/>
        </a:p>
      </dgm:t>
    </dgm:pt>
    <dgm:pt modelId="{4E8782EA-5F44-4F57-A732-8FD0FD59EC90}" type="sibTrans" cxnId="{FD8D86EA-A6C2-4139-9164-FD71426DC73E}">
      <dgm:prSet/>
      <dgm:spPr/>
      <dgm:t>
        <a:bodyPr/>
        <a:lstStyle/>
        <a:p>
          <a:endParaRPr lang="pt-BR"/>
        </a:p>
      </dgm:t>
    </dgm:pt>
    <dgm:pt modelId="{4E01D079-1DD2-4994-92E7-B2AD62C15668}">
      <dgm:prSet phldrT="[Texto]"/>
      <dgm:spPr/>
      <dgm:t>
        <a:bodyPr/>
        <a:lstStyle/>
        <a:p>
          <a:r>
            <a:rPr lang="pt-BR" dirty="0">
              <a:latin typeface="Cooper Std Black" panose="0208090304030B020404" pitchFamily="18" charset="0"/>
            </a:rPr>
            <a:t>Cronometro</a:t>
          </a:r>
        </a:p>
      </dgm:t>
    </dgm:pt>
    <dgm:pt modelId="{801AE237-E627-4D94-8F76-D31879D404B7}" type="sibTrans" cxnId="{A48B7196-74D7-4495-ABB5-64991FECF14A}">
      <dgm:prSet/>
      <dgm:spPr/>
      <dgm:t>
        <a:bodyPr/>
        <a:lstStyle/>
        <a:p>
          <a:endParaRPr lang="pt-BR"/>
        </a:p>
      </dgm:t>
    </dgm:pt>
    <dgm:pt modelId="{62639960-9864-4B85-A1E4-A8236F1B4FBC}" type="parTrans" cxnId="{A48B7196-74D7-4495-ABB5-64991FECF14A}">
      <dgm:prSet/>
      <dgm:spPr/>
      <dgm:t>
        <a:bodyPr/>
        <a:lstStyle/>
        <a:p>
          <a:endParaRPr lang="pt-BR"/>
        </a:p>
      </dgm:t>
    </dgm:pt>
    <dgm:pt modelId="{6D8003AF-6201-4552-AC50-388E908D1732}">
      <dgm:prSet phldrT="[Texto]"/>
      <dgm:spPr/>
      <dgm:t>
        <a:bodyPr/>
        <a:lstStyle/>
        <a:p>
          <a:r>
            <a:rPr lang="pt-BR" dirty="0">
              <a:latin typeface="Cooper Std Black" panose="0208090304030B020404" pitchFamily="18" charset="0"/>
            </a:rPr>
            <a:t>Pontos </a:t>
          </a:r>
        </a:p>
      </dgm:t>
    </dgm:pt>
    <dgm:pt modelId="{96B43DF2-3BCE-4C60-AC25-3B509FFE70E8}" type="parTrans" cxnId="{3A17ECDA-C7FB-47C7-B4EC-74E6C3F8BA57}">
      <dgm:prSet/>
      <dgm:spPr/>
      <dgm:t>
        <a:bodyPr/>
        <a:lstStyle/>
        <a:p>
          <a:endParaRPr lang="pt-BR"/>
        </a:p>
      </dgm:t>
    </dgm:pt>
    <dgm:pt modelId="{1440DCFD-FA28-413D-B7CE-6D7C918B96C5}" type="sibTrans" cxnId="{3A17ECDA-C7FB-47C7-B4EC-74E6C3F8BA57}">
      <dgm:prSet/>
      <dgm:spPr/>
      <dgm:t>
        <a:bodyPr/>
        <a:lstStyle/>
        <a:p>
          <a:endParaRPr lang="pt-BR"/>
        </a:p>
      </dgm:t>
    </dgm:pt>
    <dgm:pt modelId="{8435FA87-57B0-4598-837B-31847E22FD6A}" type="pres">
      <dgm:prSet presAssocID="{E7224B0A-1F75-486E-97C1-22DFDDCD627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CCAEC72-5E38-48F5-A5A0-AA1442842340}" type="pres">
      <dgm:prSet presAssocID="{E7224B0A-1F75-486E-97C1-22DFDDCD6275}" presName="hierFlow" presStyleCnt="0"/>
      <dgm:spPr/>
    </dgm:pt>
    <dgm:pt modelId="{6C644E5D-A919-484D-956D-2890EA6AB379}" type="pres">
      <dgm:prSet presAssocID="{E7224B0A-1F75-486E-97C1-22DFDDCD627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3C3866D-B9E2-430B-B215-0C6A058B6C4B}" type="pres">
      <dgm:prSet presAssocID="{64CBBF19-C24B-485F-976C-29A8E1A1E6A5}" presName="Name17" presStyleCnt="0"/>
      <dgm:spPr/>
    </dgm:pt>
    <dgm:pt modelId="{EC63E5BA-53B6-474A-A74F-F676E347EFE4}" type="pres">
      <dgm:prSet presAssocID="{64CBBF19-C24B-485F-976C-29A8E1A1E6A5}" presName="level1Shape" presStyleLbl="node0" presStyleIdx="0" presStyleCnt="1">
        <dgm:presLayoutVars>
          <dgm:chPref val="3"/>
        </dgm:presLayoutVars>
      </dgm:prSet>
      <dgm:spPr/>
    </dgm:pt>
    <dgm:pt modelId="{541659F3-98AE-41DD-8EF6-7734EECBAE7E}" type="pres">
      <dgm:prSet presAssocID="{64CBBF19-C24B-485F-976C-29A8E1A1E6A5}" presName="hierChild2" presStyleCnt="0"/>
      <dgm:spPr/>
    </dgm:pt>
    <dgm:pt modelId="{8AD4B285-88D6-4F96-96C2-BDE1673FDF14}" type="pres">
      <dgm:prSet presAssocID="{62639960-9864-4B85-A1E4-A8236F1B4FBC}" presName="Name25" presStyleLbl="parChTrans1D2" presStyleIdx="0" presStyleCnt="4"/>
      <dgm:spPr/>
    </dgm:pt>
    <dgm:pt modelId="{4679E27B-1252-4DA5-AE4B-6C697DD9F587}" type="pres">
      <dgm:prSet presAssocID="{62639960-9864-4B85-A1E4-A8236F1B4FBC}" presName="connTx" presStyleLbl="parChTrans1D2" presStyleIdx="0" presStyleCnt="4"/>
      <dgm:spPr/>
    </dgm:pt>
    <dgm:pt modelId="{1CD02A10-784F-4D7D-B143-013EFC15544D}" type="pres">
      <dgm:prSet presAssocID="{4E01D079-1DD2-4994-92E7-B2AD62C15668}" presName="Name30" presStyleCnt="0"/>
      <dgm:spPr/>
    </dgm:pt>
    <dgm:pt modelId="{F1835D7A-322E-4027-A0A6-5B6DDCDAAC64}" type="pres">
      <dgm:prSet presAssocID="{4E01D079-1DD2-4994-92E7-B2AD62C15668}" presName="level2Shape" presStyleLbl="node2" presStyleIdx="0" presStyleCnt="4"/>
      <dgm:spPr/>
    </dgm:pt>
    <dgm:pt modelId="{546A3901-C90B-49D2-A999-4D13A1C79250}" type="pres">
      <dgm:prSet presAssocID="{4E01D079-1DD2-4994-92E7-B2AD62C15668}" presName="hierChild3" presStyleCnt="0"/>
      <dgm:spPr/>
    </dgm:pt>
    <dgm:pt modelId="{5669A3BD-39E5-46D6-8160-DA5C3E1BF0FA}" type="pres">
      <dgm:prSet presAssocID="{96B43DF2-3BCE-4C60-AC25-3B509FFE70E8}" presName="Name25" presStyleLbl="parChTrans1D2" presStyleIdx="1" presStyleCnt="4"/>
      <dgm:spPr/>
    </dgm:pt>
    <dgm:pt modelId="{DFF50305-42B9-4C9C-A2DA-95EDCEC3B5FC}" type="pres">
      <dgm:prSet presAssocID="{96B43DF2-3BCE-4C60-AC25-3B509FFE70E8}" presName="connTx" presStyleLbl="parChTrans1D2" presStyleIdx="1" presStyleCnt="4"/>
      <dgm:spPr/>
    </dgm:pt>
    <dgm:pt modelId="{27635ADC-EF26-4A4D-802F-AD0E84C2C422}" type="pres">
      <dgm:prSet presAssocID="{6D8003AF-6201-4552-AC50-388E908D1732}" presName="Name30" presStyleCnt="0"/>
      <dgm:spPr/>
    </dgm:pt>
    <dgm:pt modelId="{32477BFF-A3DA-47AB-88B2-ACF4D49EADD6}" type="pres">
      <dgm:prSet presAssocID="{6D8003AF-6201-4552-AC50-388E908D1732}" presName="level2Shape" presStyleLbl="node2" presStyleIdx="1" presStyleCnt="4"/>
      <dgm:spPr/>
    </dgm:pt>
    <dgm:pt modelId="{F5A49DA4-8348-4C0F-A8D0-CAC07CD999B5}" type="pres">
      <dgm:prSet presAssocID="{6D8003AF-6201-4552-AC50-388E908D1732}" presName="hierChild3" presStyleCnt="0"/>
      <dgm:spPr/>
    </dgm:pt>
    <dgm:pt modelId="{4728B31C-AD1F-4F81-9B1E-1B0DB3973015}" type="pres">
      <dgm:prSet presAssocID="{C7DDB771-6FEF-4D86-A740-EE3483BA315F}" presName="Name25" presStyleLbl="parChTrans1D2" presStyleIdx="2" presStyleCnt="4"/>
      <dgm:spPr/>
    </dgm:pt>
    <dgm:pt modelId="{51C25315-0837-40C7-B53D-D9D0B7D28535}" type="pres">
      <dgm:prSet presAssocID="{C7DDB771-6FEF-4D86-A740-EE3483BA315F}" presName="connTx" presStyleLbl="parChTrans1D2" presStyleIdx="2" presStyleCnt="4"/>
      <dgm:spPr/>
    </dgm:pt>
    <dgm:pt modelId="{658CC5AC-A766-4BF4-9A3C-3021A16569BB}" type="pres">
      <dgm:prSet presAssocID="{A70AEA8D-FE40-487D-AE6D-7C98D0007A1D}" presName="Name30" presStyleCnt="0"/>
      <dgm:spPr/>
    </dgm:pt>
    <dgm:pt modelId="{BD1A5D34-DDC9-4334-8A66-EEAF8CB3876F}" type="pres">
      <dgm:prSet presAssocID="{A70AEA8D-FE40-487D-AE6D-7C98D0007A1D}" presName="level2Shape" presStyleLbl="node2" presStyleIdx="2" presStyleCnt="4"/>
      <dgm:spPr/>
    </dgm:pt>
    <dgm:pt modelId="{B244ED3B-5969-408C-9274-52592C0A6CAC}" type="pres">
      <dgm:prSet presAssocID="{A70AEA8D-FE40-487D-AE6D-7C98D0007A1D}" presName="hierChild3" presStyleCnt="0"/>
      <dgm:spPr/>
    </dgm:pt>
    <dgm:pt modelId="{61AFBF69-F6D9-455D-9921-B61639CFF09A}" type="pres">
      <dgm:prSet presAssocID="{DD670870-37A5-4E60-A3C1-FA39C1C876AB}" presName="Name25" presStyleLbl="parChTrans1D2" presStyleIdx="3" presStyleCnt="4"/>
      <dgm:spPr/>
    </dgm:pt>
    <dgm:pt modelId="{8DFFF472-81F6-42CB-ABF0-6C2F248D2DA9}" type="pres">
      <dgm:prSet presAssocID="{DD670870-37A5-4E60-A3C1-FA39C1C876AB}" presName="connTx" presStyleLbl="parChTrans1D2" presStyleIdx="3" presStyleCnt="4"/>
      <dgm:spPr/>
    </dgm:pt>
    <dgm:pt modelId="{A08906C2-50B4-4587-8DB4-273C02DFDFA8}" type="pres">
      <dgm:prSet presAssocID="{92E23801-DA61-4CAA-8C53-16F0209CE1D1}" presName="Name30" presStyleCnt="0"/>
      <dgm:spPr/>
    </dgm:pt>
    <dgm:pt modelId="{09AA7181-68F2-415F-A4FD-36620BBE78B0}" type="pres">
      <dgm:prSet presAssocID="{92E23801-DA61-4CAA-8C53-16F0209CE1D1}" presName="level2Shape" presStyleLbl="node2" presStyleIdx="3" presStyleCnt="4"/>
      <dgm:spPr/>
    </dgm:pt>
    <dgm:pt modelId="{912A2A3B-05B1-48E2-9E13-20C31B665D0B}" type="pres">
      <dgm:prSet presAssocID="{92E23801-DA61-4CAA-8C53-16F0209CE1D1}" presName="hierChild3" presStyleCnt="0"/>
      <dgm:spPr/>
    </dgm:pt>
    <dgm:pt modelId="{BD6BF1BB-479F-4356-A040-BBB26EEBE241}" type="pres">
      <dgm:prSet presAssocID="{E7224B0A-1F75-486E-97C1-22DFDDCD6275}" presName="bgShapesFlow" presStyleCnt="0"/>
      <dgm:spPr/>
    </dgm:pt>
  </dgm:ptLst>
  <dgm:cxnLst>
    <dgm:cxn modelId="{8B201304-4813-4131-8C4C-D8ECD86C7305}" type="presOf" srcId="{62639960-9864-4B85-A1E4-A8236F1B4FBC}" destId="{4679E27B-1252-4DA5-AE4B-6C697DD9F587}" srcOrd="1" destOrd="0" presId="urn:microsoft.com/office/officeart/2005/8/layout/hierarchy5"/>
    <dgm:cxn modelId="{5B05FA08-0CD9-4C07-B654-7DF47DE16A5A}" type="presOf" srcId="{C7DDB771-6FEF-4D86-A740-EE3483BA315F}" destId="{51C25315-0837-40C7-B53D-D9D0B7D28535}" srcOrd="1" destOrd="0" presId="urn:microsoft.com/office/officeart/2005/8/layout/hierarchy5"/>
    <dgm:cxn modelId="{0CEC3117-05CB-4139-8386-21A3C1E85BC3}" srcId="{E7224B0A-1F75-486E-97C1-22DFDDCD6275}" destId="{64CBBF19-C24B-485F-976C-29A8E1A1E6A5}" srcOrd="0" destOrd="0" parTransId="{4C592552-D914-4BF9-BC1F-EEF7402A17D1}" sibTransId="{67C8E45B-4131-4D8B-8AFE-5395553C7DB3}"/>
    <dgm:cxn modelId="{98BDD428-8A1E-4BD4-BAE6-85222A3FC15A}" srcId="{64CBBF19-C24B-485F-976C-29A8E1A1E6A5}" destId="{92E23801-DA61-4CAA-8C53-16F0209CE1D1}" srcOrd="3" destOrd="0" parTransId="{DD670870-37A5-4E60-A3C1-FA39C1C876AB}" sibTransId="{24B218F7-2033-4224-B818-CAE39EEC6E50}"/>
    <dgm:cxn modelId="{28394B2B-679A-4B45-857B-E8735617DF69}" type="presOf" srcId="{92E23801-DA61-4CAA-8C53-16F0209CE1D1}" destId="{09AA7181-68F2-415F-A4FD-36620BBE78B0}" srcOrd="0" destOrd="0" presId="urn:microsoft.com/office/officeart/2005/8/layout/hierarchy5"/>
    <dgm:cxn modelId="{788D3A3A-9D45-4EA2-AD46-D9FC9E016F48}" type="presOf" srcId="{4E01D079-1DD2-4994-92E7-B2AD62C15668}" destId="{F1835D7A-322E-4027-A0A6-5B6DDCDAAC64}" srcOrd="0" destOrd="0" presId="urn:microsoft.com/office/officeart/2005/8/layout/hierarchy5"/>
    <dgm:cxn modelId="{F0DE3765-ECA9-42D4-98AD-A8EB1B746554}" type="presOf" srcId="{6D8003AF-6201-4552-AC50-388E908D1732}" destId="{32477BFF-A3DA-47AB-88B2-ACF4D49EADD6}" srcOrd="0" destOrd="0" presId="urn:microsoft.com/office/officeart/2005/8/layout/hierarchy5"/>
    <dgm:cxn modelId="{1F461146-82CE-4986-BBC9-3B9DE970AA58}" type="presOf" srcId="{C7DDB771-6FEF-4D86-A740-EE3483BA315F}" destId="{4728B31C-AD1F-4F81-9B1E-1B0DB3973015}" srcOrd="0" destOrd="0" presId="urn:microsoft.com/office/officeart/2005/8/layout/hierarchy5"/>
    <dgm:cxn modelId="{90D7736A-5259-4B99-9429-E51EBC67A8BB}" type="presOf" srcId="{DD670870-37A5-4E60-A3C1-FA39C1C876AB}" destId="{8DFFF472-81F6-42CB-ABF0-6C2F248D2DA9}" srcOrd="1" destOrd="0" presId="urn:microsoft.com/office/officeart/2005/8/layout/hierarchy5"/>
    <dgm:cxn modelId="{74982973-4948-40B5-B033-81F01BB61DD4}" type="presOf" srcId="{DD670870-37A5-4E60-A3C1-FA39C1C876AB}" destId="{61AFBF69-F6D9-455D-9921-B61639CFF09A}" srcOrd="0" destOrd="0" presId="urn:microsoft.com/office/officeart/2005/8/layout/hierarchy5"/>
    <dgm:cxn modelId="{BF678D8B-0AAD-4377-A310-08D580677D1B}" type="presOf" srcId="{96B43DF2-3BCE-4C60-AC25-3B509FFE70E8}" destId="{5669A3BD-39E5-46D6-8160-DA5C3E1BF0FA}" srcOrd="0" destOrd="0" presId="urn:microsoft.com/office/officeart/2005/8/layout/hierarchy5"/>
    <dgm:cxn modelId="{A48B7196-74D7-4495-ABB5-64991FECF14A}" srcId="{64CBBF19-C24B-485F-976C-29A8E1A1E6A5}" destId="{4E01D079-1DD2-4994-92E7-B2AD62C15668}" srcOrd="0" destOrd="0" parTransId="{62639960-9864-4B85-A1E4-A8236F1B4FBC}" sibTransId="{801AE237-E627-4D94-8F76-D31879D404B7}"/>
    <dgm:cxn modelId="{7082A0A4-7F2C-4730-AD23-6EBB0E45F288}" type="presOf" srcId="{96B43DF2-3BCE-4C60-AC25-3B509FFE70E8}" destId="{DFF50305-42B9-4C9C-A2DA-95EDCEC3B5FC}" srcOrd="1" destOrd="0" presId="urn:microsoft.com/office/officeart/2005/8/layout/hierarchy5"/>
    <dgm:cxn modelId="{3FBACDB1-BE52-431B-9AAC-897CEE634477}" type="presOf" srcId="{62639960-9864-4B85-A1E4-A8236F1B4FBC}" destId="{8AD4B285-88D6-4F96-96C2-BDE1673FDF14}" srcOrd="0" destOrd="0" presId="urn:microsoft.com/office/officeart/2005/8/layout/hierarchy5"/>
    <dgm:cxn modelId="{3A17ECDA-C7FB-47C7-B4EC-74E6C3F8BA57}" srcId="{64CBBF19-C24B-485F-976C-29A8E1A1E6A5}" destId="{6D8003AF-6201-4552-AC50-388E908D1732}" srcOrd="1" destOrd="0" parTransId="{96B43DF2-3BCE-4C60-AC25-3B509FFE70E8}" sibTransId="{1440DCFD-FA28-413D-B7CE-6D7C918B96C5}"/>
    <dgm:cxn modelId="{8C1B57E8-55DB-40DD-9748-F11DBE09704B}" type="presOf" srcId="{64CBBF19-C24B-485F-976C-29A8E1A1E6A5}" destId="{EC63E5BA-53B6-474A-A74F-F676E347EFE4}" srcOrd="0" destOrd="0" presId="urn:microsoft.com/office/officeart/2005/8/layout/hierarchy5"/>
    <dgm:cxn modelId="{FD8D86EA-A6C2-4139-9164-FD71426DC73E}" srcId="{64CBBF19-C24B-485F-976C-29A8E1A1E6A5}" destId="{A70AEA8D-FE40-487D-AE6D-7C98D0007A1D}" srcOrd="2" destOrd="0" parTransId="{C7DDB771-6FEF-4D86-A740-EE3483BA315F}" sibTransId="{4E8782EA-5F44-4F57-A732-8FD0FD59EC90}"/>
    <dgm:cxn modelId="{8E92E3ED-A809-4756-8924-D2D1D1A714E4}" type="presOf" srcId="{A70AEA8D-FE40-487D-AE6D-7C98D0007A1D}" destId="{BD1A5D34-DDC9-4334-8A66-EEAF8CB3876F}" srcOrd="0" destOrd="0" presId="urn:microsoft.com/office/officeart/2005/8/layout/hierarchy5"/>
    <dgm:cxn modelId="{2A720EFB-5833-44D1-919A-2D3D6131682A}" type="presOf" srcId="{E7224B0A-1F75-486E-97C1-22DFDDCD6275}" destId="{8435FA87-57B0-4598-837B-31847E22FD6A}" srcOrd="0" destOrd="0" presId="urn:microsoft.com/office/officeart/2005/8/layout/hierarchy5"/>
    <dgm:cxn modelId="{DC732E8C-A24F-4B88-BE32-268EC2D66A76}" type="presParOf" srcId="{8435FA87-57B0-4598-837B-31847E22FD6A}" destId="{3CCAEC72-5E38-48F5-A5A0-AA1442842340}" srcOrd="0" destOrd="0" presId="urn:microsoft.com/office/officeart/2005/8/layout/hierarchy5"/>
    <dgm:cxn modelId="{DC1E4DDC-D0CA-4FF2-8610-7A037EC9B73E}" type="presParOf" srcId="{3CCAEC72-5E38-48F5-A5A0-AA1442842340}" destId="{6C644E5D-A919-484D-956D-2890EA6AB379}" srcOrd="0" destOrd="0" presId="urn:microsoft.com/office/officeart/2005/8/layout/hierarchy5"/>
    <dgm:cxn modelId="{D12A49DF-DACC-41B8-90DC-65479F8B76EC}" type="presParOf" srcId="{6C644E5D-A919-484D-956D-2890EA6AB379}" destId="{E3C3866D-B9E2-430B-B215-0C6A058B6C4B}" srcOrd="0" destOrd="0" presId="urn:microsoft.com/office/officeart/2005/8/layout/hierarchy5"/>
    <dgm:cxn modelId="{98689408-4BDA-4A35-B77C-779635A0AD26}" type="presParOf" srcId="{E3C3866D-B9E2-430B-B215-0C6A058B6C4B}" destId="{EC63E5BA-53B6-474A-A74F-F676E347EFE4}" srcOrd="0" destOrd="0" presId="urn:microsoft.com/office/officeart/2005/8/layout/hierarchy5"/>
    <dgm:cxn modelId="{2BB0ACF4-FD9D-44D8-AD56-5F3FF19163BE}" type="presParOf" srcId="{E3C3866D-B9E2-430B-B215-0C6A058B6C4B}" destId="{541659F3-98AE-41DD-8EF6-7734EECBAE7E}" srcOrd="1" destOrd="0" presId="urn:microsoft.com/office/officeart/2005/8/layout/hierarchy5"/>
    <dgm:cxn modelId="{0B45B135-E07B-4D96-B536-88499453188C}" type="presParOf" srcId="{541659F3-98AE-41DD-8EF6-7734EECBAE7E}" destId="{8AD4B285-88D6-4F96-96C2-BDE1673FDF14}" srcOrd="0" destOrd="0" presId="urn:microsoft.com/office/officeart/2005/8/layout/hierarchy5"/>
    <dgm:cxn modelId="{ED0DBF57-328C-47DD-9049-7C5E16883F9A}" type="presParOf" srcId="{8AD4B285-88D6-4F96-96C2-BDE1673FDF14}" destId="{4679E27B-1252-4DA5-AE4B-6C697DD9F587}" srcOrd="0" destOrd="0" presId="urn:microsoft.com/office/officeart/2005/8/layout/hierarchy5"/>
    <dgm:cxn modelId="{B15BFA8D-1F5D-4BF1-A156-06BC0A710B63}" type="presParOf" srcId="{541659F3-98AE-41DD-8EF6-7734EECBAE7E}" destId="{1CD02A10-784F-4D7D-B143-013EFC15544D}" srcOrd="1" destOrd="0" presId="urn:microsoft.com/office/officeart/2005/8/layout/hierarchy5"/>
    <dgm:cxn modelId="{47B751A9-09F1-483F-9178-2C253427FBFB}" type="presParOf" srcId="{1CD02A10-784F-4D7D-B143-013EFC15544D}" destId="{F1835D7A-322E-4027-A0A6-5B6DDCDAAC64}" srcOrd="0" destOrd="0" presId="urn:microsoft.com/office/officeart/2005/8/layout/hierarchy5"/>
    <dgm:cxn modelId="{B4792350-EABF-4AD4-861E-47E05FD926FE}" type="presParOf" srcId="{1CD02A10-784F-4D7D-B143-013EFC15544D}" destId="{546A3901-C90B-49D2-A999-4D13A1C79250}" srcOrd="1" destOrd="0" presId="urn:microsoft.com/office/officeart/2005/8/layout/hierarchy5"/>
    <dgm:cxn modelId="{BA7A2213-841C-47DF-91C3-F4C1C554F2F5}" type="presParOf" srcId="{541659F3-98AE-41DD-8EF6-7734EECBAE7E}" destId="{5669A3BD-39E5-46D6-8160-DA5C3E1BF0FA}" srcOrd="2" destOrd="0" presId="urn:microsoft.com/office/officeart/2005/8/layout/hierarchy5"/>
    <dgm:cxn modelId="{0449E87D-B354-4630-A058-77D88C28A92D}" type="presParOf" srcId="{5669A3BD-39E5-46D6-8160-DA5C3E1BF0FA}" destId="{DFF50305-42B9-4C9C-A2DA-95EDCEC3B5FC}" srcOrd="0" destOrd="0" presId="urn:microsoft.com/office/officeart/2005/8/layout/hierarchy5"/>
    <dgm:cxn modelId="{AD32488A-87CD-4C57-9828-E5A5FC58150A}" type="presParOf" srcId="{541659F3-98AE-41DD-8EF6-7734EECBAE7E}" destId="{27635ADC-EF26-4A4D-802F-AD0E84C2C422}" srcOrd="3" destOrd="0" presId="urn:microsoft.com/office/officeart/2005/8/layout/hierarchy5"/>
    <dgm:cxn modelId="{7F95C3EB-B477-4EC8-9A10-E9B9D679481A}" type="presParOf" srcId="{27635ADC-EF26-4A4D-802F-AD0E84C2C422}" destId="{32477BFF-A3DA-47AB-88B2-ACF4D49EADD6}" srcOrd="0" destOrd="0" presId="urn:microsoft.com/office/officeart/2005/8/layout/hierarchy5"/>
    <dgm:cxn modelId="{46C09F14-B6BC-453B-B313-65A61F86CEB3}" type="presParOf" srcId="{27635ADC-EF26-4A4D-802F-AD0E84C2C422}" destId="{F5A49DA4-8348-4C0F-A8D0-CAC07CD999B5}" srcOrd="1" destOrd="0" presId="urn:microsoft.com/office/officeart/2005/8/layout/hierarchy5"/>
    <dgm:cxn modelId="{73D6BC40-C334-4BA2-84D5-83261EE36ECA}" type="presParOf" srcId="{541659F3-98AE-41DD-8EF6-7734EECBAE7E}" destId="{4728B31C-AD1F-4F81-9B1E-1B0DB3973015}" srcOrd="4" destOrd="0" presId="urn:microsoft.com/office/officeart/2005/8/layout/hierarchy5"/>
    <dgm:cxn modelId="{A2BDAA6E-28CF-4E0E-8C16-87AC5FB09567}" type="presParOf" srcId="{4728B31C-AD1F-4F81-9B1E-1B0DB3973015}" destId="{51C25315-0837-40C7-B53D-D9D0B7D28535}" srcOrd="0" destOrd="0" presId="urn:microsoft.com/office/officeart/2005/8/layout/hierarchy5"/>
    <dgm:cxn modelId="{1B0477BD-2F46-432F-A69F-08235EF34EE9}" type="presParOf" srcId="{541659F3-98AE-41DD-8EF6-7734EECBAE7E}" destId="{658CC5AC-A766-4BF4-9A3C-3021A16569BB}" srcOrd="5" destOrd="0" presId="urn:microsoft.com/office/officeart/2005/8/layout/hierarchy5"/>
    <dgm:cxn modelId="{2D0EED5B-71AF-44A9-AA2C-1D5C7A462EAE}" type="presParOf" srcId="{658CC5AC-A766-4BF4-9A3C-3021A16569BB}" destId="{BD1A5D34-DDC9-4334-8A66-EEAF8CB3876F}" srcOrd="0" destOrd="0" presId="urn:microsoft.com/office/officeart/2005/8/layout/hierarchy5"/>
    <dgm:cxn modelId="{8377B860-ABB2-4DFE-AF92-C4CBE0D8B080}" type="presParOf" srcId="{658CC5AC-A766-4BF4-9A3C-3021A16569BB}" destId="{B244ED3B-5969-408C-9274-52592C0A6CAC}" srcOrd="1" destOrd="0" presId="urn:microsoft.com/office/officeart/2005/8/layout/hierarchy5"/>
    <dgm:cxn modelId="{8396C9A3-1010-4823-8DBC-6F1D7E3F1143}" type="presParOf" srcId="{541659F3-98AE-41DD-8EF6-7734EECBAE7E}" destId="{61AFBF69-F6D9-455D-9921-B61639CFF09A}" srcOrd="6" destOrd="0" presId="urn:microsoft.com/office/officeart/2005/8/layout/hierarchy5"/>
    <dgm:cxn modelId="{6574B78E-2BCC-4579-BD07-FBE42A1614A2}" type="presParOf" srcId="{61AFBF69-F6D9-455D-9921-B61639CFF09A}" destId="{8DFFF472-81F6-42CB-ABF0-6C2F248D2DA9}" srcOrd="0" destOrd="0" presId="urn:microsoft.com/office/officeart/2005/8/layout/hierarchy5"/>
    <dgm:cxn modelId="{B9F68A29-BAA3-43C7-BFD9-8F31F38A2035}" type="presParOf" srcId="{541659F3-98AE-41DD-8EF6-7734EECBAE7E}" destId="{A08906C2-50B4-4587-8DB4-273C02DFDFA8}" srcOrd="7" destOrd="0" presId="urn:microsoft.com/office/officeart/2005/8/layout/hierarchy5"/>
    <dgm:cxn modelId="{42857A14-853E-4BC4-940F-EC1C98B17187}" type="presParOf" srcId="{A08906C2-50B4-4587-8DB4-273C02DFDFA8}" destId="{09AA7181-68F2-415F-A4FD-36620BBE78B0}" srcOrd="0" destOrd="0" presId="urn:microsoft.com/office/officeart/2005/8/layout/hierarchy5"/>
    <dgm:cxn modelId="{B1132FAE-5B7C-44DF-B927-2B38AE689827}" type="presParOf" srcId="{A08906C2-50B4-4587-8DB4-273C02DFDFA8}" destId="{912A2A3B-05B1-48E2-9E13-20C31B665D0B}" srcOrd="1" destOrd="0" presId="urn:microsoft.com/office/officeart/2005/8/layout/hierarchy5"/>
    <dgm:cxn modelId="{D2E7E3FB-62F1-4C5C-BE6A-A8C7B0AA7617}" type="presParOf" srcId="{8435FA87-57B0-4598-837B-31847E22FD6A}" destId="{BD6BF1BB-479F-4356-A040-BBB26EEBE241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224B0A-1F75-486E-97C1-22DFDDCD6275}" type="doc">
      <dgm:prSet loTypeId="urn:microsoft.com/office/officeart/2005/8/layout/orgChart1" loCatId="hierarchy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pt-BR"/>
        </a:p>
      </dgm:t>
    </dgm:pt>
    <dgm:pt modelId="{64CBBF19-C24B-485F-976C-29A8E1A1E6A5}">
      <dgm:prSet phldrT="[Texto]" custT="1"/>
      <dgm:spPr/>
      <dgm:t>
        <a:bodyPr/>
        <a:lstStyle/>
        <a:p>
          <a:r>
            <a:rPr lang="pt-BR" sz="3600" b="1" cap="none" spc="0" dirty="0">
              <a:ln w="12700">
                <a:prstDash val="solid"/>
              </a:ln>
              <a:effectLst/>
            </a:rPr>
            <a:t>Bloco </a:t>
          </a:r>
          <a:r>
            <a:rPr lang="pt-BR" sz="3600" b="1" cap="none" spc="0" dirty="0" err="1">
              <a:ln w="12700">
                <a:prstDash val="solid"/>
              </a:ln>
              <a:effectLst/>
            </a:rPr>
            <a:t>main</a:t>
          </a:r>
          <a:r>
            <a:rPr lang="pt-BR" sz="3600" b="1" cap="none" spc="0" dirty="0">
              <a:ln w="12700">
                <a:prstDash val="solid"/>
              </a:ln>
              <a:effectLst/>
            </a:rPr>
            <a:t> </a:t>
          </a:r>
        </a:p>
      </dgm:t>
    </dgm:pt>
    <dgm:pt modelId="{4C592552-D914-4BF9-BC1F-EEF7402A17D1}" type="parTrans" cxnId="{0CEC3117-05CB-4139-8386-21A3C1E85BC3}">
      <dgm:prSet/>
      <dgm:spPr/>
      <dgm:t>
        <a:bodyPr/>
        <a:lstStyle/>
        <a:p>
          <a:endParaRPr lang="pt-BR"/>
        </a:p>
      </dgm:t>
    </dgm:pt>
    <dgm:pt modelId="{67C8E45B-4131-4D8B-8AFE-5395553C7DB3}" type="sibTrans" cxnId="{0CEC3117-05CB-4139-8386-21A3C1E85BC3}">
      <dgm:prSet/>
      <dgm:spPr/>
      <dgm:t>
        <a:bodyPr/>
        <a:lstStyle/>
        <a:p>
          <a:endParaRPr lang="pt-BR"/>
        </a:p>
      </dgm:t>
    </dgm:pt>
    <dgm:pt modelId="{92E23801-DA61-4CAA-8C53-16F0209CE1D1}">
      <dgm:prSet custT="1"/>
      <dgm:spPr/>
      <dgm:t>
        <a:bodyPr/>
        <a:lstStyle/>
        <a:p>
          <a:r>
            <a:rPr lang="pt-BR" sz="3600" dirty="0">
              <a:latin typeface="Cooper Std Black" panose="0208090304030B020404" pitchFamily="18" charset="0"/>
            </a:rPr>
            <a:t>Nome dos jogadores</a:t>
          </a:r>
        </a:p>
      </dgm:t>
    </dgm:pt>
    <dgm:pt modelId="{DD670870-37A5-4E60-A3C1-FA39C1C876AB}" type="parTrans" cxnId="{98BDD428-8A1E-4BD4-BAE6-85222A3FC15A}">
      <dgm:prSet/>
      <dgm:spPr/>
      <dgm:t>
        <a:bodyPr/>
        <a:lstStyle/>
        <a:p>
          <a:endParaRPr lang="pt-BR"/>
        </a:p>
      </dgm:t>
    </dgm:pt>
    <dgm:pt modelId="{24B218F7-2033-4224-B818-CAE39EEC6E50}" type="sibTrans" cxnId="{98BDD428-8A1E-4BD4-BAE6-85222A3FC15A}">
      <dgm:prSet/>
      <dgm:spPr/>
      <dgm:t>
        <a:bodyPr/>
        <a:lstStyle/>
        <a:p>
          <a:endParaRPr lang="pt-BR"/>
        </a:p>
      </dgm:t>
    </dgm:pt>
    <dgm:pt modelId="{A70AEA8D-FE40-487D-AE6D-7C98D0007A1D}">
      <dgm:prSet phldrT="[Texto]"/>
      <dgm:spPr/>
      <dgm:t>
        <a:bodyPr/>
        <a:lstStyle/>
        <a:p>
          <a:r>
            <a:rPr lang="pt-BR" dirty="0">
              <a:latin typeface="Cooper Std Black" panose="0208090304030B020404" pitchFamily="18" charset="0"/>
            </a:rPr>
            <a:t>Acertou ou errou</a:t>
          </a:r>
        </a:p>
      </dgm:t>
    </dgm:pt>
    <dgm:pt modelId="{C7DDB771-6FEF-4D86-A740-EE3483BA315F}" type="parTrans" cxnId="{FD8D86EA-A6C2-4139-9164-FD71426DC73E}">
      <dgm:prSet/>
      <dgm:spPr/>
      <dgm:t>
        <a:bodyPr/>
        <a:lstStyle/>
        <a:p>
          <a:endParaRPr lang="pt-BR"/>
        </a:p>
      </dgm:t>
    </dgm:pt>
    <dgm:pt modelId="{4E8782EA-5F44-4F57-A732-8FD0FD59EC90}" type="sibTrans" cxnId="{FD8D86EA-A6C2-4139-9164-FD71426DC73E}">
      <dgm:prSet/>
      <dgm:spPr/>
      <dgm:t>
        <a:bodyPr/>
        <a:lstStyle/>
        <a:p>
          <a:endParaRPr lang="pt-BR"/>
        </a:p>
      </dgm:t>
    </dgm:pt>
    <dgm:pt modelId="{784ABAD1-3577-4A30-99CC-780FDBFEA93E}">
      <dgm:prSet phldrT="[Texto]"/>
      <dgm:spPr/>
      <dgm:t>
        <a:bodyPr/>
        <a:lstStyle/>
        <a:p>
          <a:r>
            <a:rPr lang="pt-BR" dirty="0">
              <a:latin typeface="Cooper Std Black" panose="0208090304030B020404" pitchFamily="18" charset="0"/>
            </a:rPr>
            <a:t>Finalização</a:t>
          </a:r>
        </a:p>
      </dgm:t>
    </dgm:pt>
    <dgm:pt modelId="{9F77CF90-60F4-4D69-9628-2FD44C6583E0}" type="parTrans" cxnId="{F7547125-642C-4B4C-9AB4-0DE77CBDFFCD}">
      <dgm:prSet/>
      <dgm:spPr/>
      <dgm:t>
        <a:bodyPr/>
        <a:lstStyle/>
        <a:p>
          <a:endParaRPr lang="pt-BR"/>
        </a:p>
      </dgm:t>
    </dgm:pt>
    <dgm:pt modelId="{9F5C860B-8DA7-497D-8B17-69B7633FA6C8}" type="sibTrans" cxnId="{F7547125-642C-4B4C-9AB4-0DE77CBDFFCD}">
      <dgm:prSet/>
      <dgm:spPr/>
      <dgm:t>
        <a:bodyPr/>
        <a:lstStyle/>
        <a:p>
          <a:endParaRPr lang="pt-BR"/>
        </a:p>
      </dgm:t>
    </dgm:pt>
    <dgm:pt modelId="{D0F32297-8F01-4B08-839B-7C8EFE64F486}" type="pres">
      <dgm:prSet presAssocID="{E7224B0A-1F75-486E-97C1-22DFDDCD627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EBFFC3E-74EA-4DB5-A0B1-BA8D77CAEF9E}" type="pres">
      <dgm:prSet presAssocID="{64CBBF19-C24B-485F-976C-29A8E1A1E6A5}" presName="hierRoot1" presStyleCnt="0">
        <dgm:presLayoutVars>
          <dgm:hierBranch val="init"/>
        </dgm:presLayoutVars>
      </dgm:prSet>
      <dgm:spPr/>
    </dgm:pt>
    <dgm:pt modelId="{A7026B52-2BFC-4E77-8D25-615E8C97FEBD}" type="pres">
      <dgm:prSet presAssocID="{64CBBF19-C24B-485F-976C-29A8E1A1E6A5}" presName="rootComposite1" presStyleCnt="0"/>
      <dgm:spPr/>
    </dgm:pt>
    <dgm:pt modelId="{9DC4B07C-6FC5-4275-A50C-931CB8395BE3}" type="pres">
      <dgm:prSet presAssocID="{64CBBF19-C24B-485F-976C-29A8E1A1E6A5}" presName="rootText1" presStyleLbl="node0" presStyleIdx="0" presStyleCnt="1">
        <dgm:presLayoutVars>
          <dgm:chPref val="3"/>
        </dgm:presLayoutVars>
      </dgm:prSet>
      <dgm:spPr/>
    </dgm:pt>
    <dgm:pt modelId="{E1012995-E0E7-48EA-8B33-5D7B07BE1B34}" type="pres">
      <dgm:prSet presAssocID="{64CBBF19-C24B-485F-976C-29A8E1A1E6A5}" presName="rootConnector1" presStyleLbl="node1" presStyleIdx="0" presStyleCnt="0"/>
      <dgm:spPr/>
    </dgm:pt>
    <dgm:pt modelId="{D6F2DB95-B5A9-450A-813E-E1835C2F0CF8}" type="pres">
      <dgm:prSet presAssocID="{64CBBF19-C24B-485F-976C-29A8E1A1E6A5}" presName="hierChild2" presStyleCnt="0"/>
      <dgm:spPr/>
    </dgm:pt>
    <dgm:pt modelId="{2812EBA3-7AFC-4762-8496-197DAE47CDB3}" type="pres">
      <dgm:prSet presAssocID="{C7DDB771-6FEF-4D86-A740-EE3483BA315F}" presName="Name37" presStyleLbl="parChTrans1D2" presStyleIdx="0" presStyleCnt="3"/>
      <dgm:spPr/>
    </dgm:pt>
    <dgm:pt modelId="{FBE3FD04-849D-43FC-82B9-8041B7D427A5}" type="pres">
      <dgm:prSet presAssocID="{A70AEA8D-FE40-487D-AE6D-7C98D0007A1D}" presName="hierRoot2" presStyleCnt="0">
        <dgm:presLayoutVars>
          <dgm:hierBranch val="init"/>
        </dgm:presLayoutVars>
      </dgm:prSet>
      <dgm:spPr/>
    </dgm:pt>
    <dgm:pt modelId="{AEC1B3DA-311B-42B0-9F40-078B80D8EF09}" type="pres">
      <dgm:prSet presAssocID="{A70AEA8D-FE40-487D-AE6D-7C98D0007A1D}" presName="rootComposite" presStyleCnt="0"/>
      <dgm:spPr/>
    </dgm:pt>
    <dgm:pt modelId="{C4B76FB8-107D-493B-BDD8-0DA01C795862}" type="pres">
      <dgm:prSet presAssocID="{A70AEA8D-FE40-487D-AE6D-7C98D0007A1D}" presName="rootText" presStyleLbl="node2" presStyleIdx="0" presStyleCnt="3">
        <dgm:presLayoutVars>
          <dgm:chPref val="3"/>
        </dgm:presLayoutVars>
      </dgm:prSet>
      <dgm:spPr/>
    </dgm:pt>
    <dgm:pt modelId="{B891046C-7F47-4159-8B9E-0C7D5782ED7B}" type="pres">
      <dgm:prSet presAssocID="{A70AEA8D-FE40-487D-AE6D-7C98D0007A1D}" presName="rootConnector" presStyleLbl="node2" presStyleIdx="0" presStyleCnt="3"/>
      <dgm:spPr/>
    </dgm:pt>
    <dgm:pt modelId="{9B24D42C-53CE-4DEB-8BE9-F04CDAB2FAEA}" type="pres">
      <dgm:prSet presAssocID="{A70AEA8D-FE40-487D-AE6D-7C98D0007A1D}" presName="hierChild4" presStyleCnt="0"/>
      <dgm:spPr/>
    </dgm:pt>
    <dgm:pt modelId="{765E39AA-3B64-4327-B605-EDB7B78D2E0E}" type="pres">
      <dgm:prSet presAssocID="{A70AEA8D-FE40-487D-AE6D-7C98D0007A1D}" presName="hierChild5" presStyleCnt="0"/>
      <dgm:spPr/>
    </dgm:pt>
    <dgm:pt modelId="{D80539ED-30DC-4EB2-A985-2FCB64A9F47F}" type="pres">
      <dgm:prSet presAssocID="{9F77CF90-60F4-4D69-9628-2FD44C6583E0}" presName="Name37" presStyleLbl="parChTrans1D2" presStyleIdx="1" presStyleCnt="3"/>
      <dgm:spPr/>
    </dgm:pt>
    <dgm:pt modelId="{A987AF4B-3ECC-448F-B4C3-7E620F3FC8C6}" type="pres">
      <dgm:prSet presAssocID="{784ABAD1-3577-4A30-99CC-780FDBFEA93E}" presName="hierRoot2" presStyleCnt="0">
        <dgm:presLayoutVars>
          <dgm:hierBranch val="init"/>
        </dgm:presLayoutVars>
      </dgm:prSet>
      <dgm:spPr/>
    </dgm:pt>
    <dgm:pt modelId="{763B4AF8-543F-4895-BD86-4B1BCD4EB886}" type="pres">
      <dgm:prSet presAssocID="{784ABAD1-3577-4A30-99CC-780FDBFEA93E}" presName="rootComposite" presStyleCnt="0"/>
      <dgm:spPr/>
    </dgm:pt>
    <dgm:pt modelId="{2545183D-1651-4DF6-B539-BA2B40D81488}" type="pres">
      <dgm:prSet presAssocID="{784ABAD1-3577-4A30-99CC-780FDBFEA93E}" presName="rootText" presStyleLbl="node2" presStyleIdx="1" presStyleCnt="3">
        <dgm:presLayoutVars>
          <dgm:chPref val="3"/>
        </dgm:presLayoutVars>
      </dgm:prSet>
      <dgm:spPr/>
    </dgm:pt>
    <dgm:pt modelId="{BACE8CBD-2485-4B40-B318-41453B30EC06}" type="pres">
      <dgm:prSet presAssocID="{784ABAD1-3577-4A30-99CC-780FDBFEA93E}" presName="rootConnector" presStyleLbl="node2" presStyleIdx="1" presStyleCnt="3"/>
      <dgm:spPr/>
    </dgm:pt>
    <dgm:pt modelId="{00B39E35-77B7-4151-9543-072502D38FB3}" type="pres">
      <dgm:prSet presAssocID="{784ABAD1-3577-4A30-99CC-780FDBFEA93E}" presName="hierChild4" presStyleCnt="0"/>
      <dgm:spPr/>
    </dgm:pt>
    <dgm:pt modelId="{54C23D99-D30D-4454-AD78-EDAF70B92E91}" type="pres">
      <dgm:prSet presAssocID="{784ABAD1-3577-4A30-99CC-780FDBFEA93E}" presName="hierChild5" presStyleCnt="0"/>
      <dgm:spPr/>
    </dgm:pt>
    <dgm:pt modelId="{26D25D69-0145-49C5-88DE-64BD72854705}" type="pres">
      <dgm:prSet presAssocID="{DD670870-37A5-4E60-A3C1-FA39C1C876AB}" presName="Name37" presStyleLbl="parChTrans1D2" presStyleIdx="2" presStyleCnt="3"/>
      <dgm:spPr/>
    </dgm:pt>
    <dgm:pt modelId="{66943E4A-7519-434A-851F-772338E9721F}" type="pres">
      <dgm:prSet presAssocID="{92E23801-DA61-4CAA-8C53-16F0209CE1D1}" presName="hierRoot2" presStyleCnt="0">
        <dgm:presLayoutVars>
          <dgm:hierBranch val="init"/>
        </dgm:presLayoutVars>
      </dgm:prSet>
      <dgm:spPr/>
    </dgm:pt>
    <dgm:pt modelId="{BCFC2A87-D28E-4F92-AD27-6C5D9CFF8426}" type="pres">
      <dgm:prSet presAssocID="{92E23801-DA61-4CAA-8C53-16F0209CE1D1}" presName="rootComposite" presStyleCnt="0"/>
      <dgm:spPr/>
    </dgm:pt>
    <dgm:pt modelId="{AF68C729-6CBA-4E3D-AC70-66AA116F2C03}" type="pres">
      <dgm:prSet presAssocID="{92E23801-DA61-4CAA-8C53-16F0209CE1D1}" presName="rootText" presStyleLbl="node2" presStyleIdx="2" presStyleCnt="3">
        <dgm:presLayoutVars>
          <dgm:chPref val="3"/>
        </dgm:presLayoutVars>
      </dgm:prSet>
      <dgm:spPr/>
    </dgm:pt>
    <dgm:pt modelId="{DFD4AD56-D243-48DE-91BB-CF430D355519}" type="pres">
      <dgm:prSet presAssocID="{92E23801-DA61-4CAA-8C53-16F0209CE1D1}" presName="rootConnector" presStyleLbl="node2" presStyleIdx="2" presStyleCnt="3"/>
      <dgm:spPr/>
    </dgm:pt>
    <dgm:pt modelId="{1F72C0A6-DB7B-436D-A62C-7E10BCC78300}" type="pres">
      <dgm:prSet presAssocID="{92E23801-DA61-4CAA-8C53-16F0209CE1D1}" presName="hierChild4" presStyleCnt="0"/>
      <dgm:spPr/>
    </dgm:pt>
    <dgm:pt modelId="{A473B6B4-4DD8-4224-93C6-0D5A7D5C4740}" type="pres">
      <dgm:prSet presAssocID="{92E23801-DA61-4CAA-8C53-16F0209CE1D1}" presName="hierChild5" presStyleCnt="0"/>
      <dgm:spPr/>
    </dgm:pt>
    <dgm:pt modelId="{CC88A17B-81D4-44D5-ADA9-208B0B00218A}" type="pres">
      <dgm:prSet presAssocID="{64CBBF19-C24B-485F-976C-29A8E1A1E6A5}" presName="hierChild3" presStyleCnt="0"/>
      <dgm:spPr/>
    </dgm:pt>
  </dgm:ptLst>
  <dgm:cxnLst>
    <dgm:cxn modelId="{E6D22706-E8DB-4294-8091-56F0F0878346}" type="presOf" srcId="{92E23801-DA61-4CAA-8C53-16F0209CE1D1}" destId="{DFD4AD56-D243-48DE-91BB-CF430D355519}" srcOrd="1" destOrd="0" presId="urn:microsoft.com/office/officeart/2005/8/layout/orgChart1"/>
    <dgm:cxn modelId="{93ADD60D-223D-4795-9033-C7B55AEBA5A3}" type="presOf" srcId="{784ABAD1-3577-4A30-99CC-780FDBFEA93E}" destId="{BACE8CBD-2485-4B40-B318-41453B30EC06}" srcOrd="1" destOrd="0" presId="urn:microsoft.com/office/officeart/2005/8/layout/orgChart1"/>
    <dgm:cxn modelId="{48523C10-EE9F-467A-A693-8869D6BC153D}" type="presOf" srcId="{A70AEA8D-FE40-487D-AE6D-7C98D0007A1D}" destId="{B891046C-7F47-4159-8B9E-0C7D5782ED7B}" srcOrd="1" destOrd="0" presId="urn:microsoft.com/office/officeart/2005/8/layout/orgChart1"/>
    <dgm:cxn modelId="{62ACF911-8220-4BC7-A8BD-08121F94AA00}" type="presOf" srcId="{784ABAD1-3577-4A30-99CC-780FDBFEA93E}" destId="{2545183D-1651-4DF6-B539-BA2B40D81488}" srcOrd="0" destOrd="0" presId="urn:microsoft.com/office/officeart/2005/8/layout/orgChart1"/>
    <dgm:cxn modelId="{0CEC3117-05CB-4139-8386-21A3C1E85BC3}" srcId="{E7224B0A-1F75-486E-97C1-22DFDDCD6275}" destId="{64CBBF19-C24B-485F-976C-29A8E1A1E6A5}" srcOrd="0" destOrd="0" parTransId="{4C592552-D914-4BF9-BC1F-EEF7402A17D1}" sibTransId="{67C8E45B-4131-4D8B-8AFE-5395553C7DB3}"/>
    <dgm:cxn modelId="{41817219-C6A4-4FF9-9059-0B09F5F97CD6}" type="presOf" srcId="{92E23801-DA61-4CAA-8C53-16F0209CE1D1}" destId="{AF68C729-6CBA-4E3D-AC70-66AA116F2C03}" srcOrd="0" destOrd="0" presId="urn:microsoft.com/office/officeart/2005/8/layout/orgChart1"/>
    <dgm:cxn modelId="{F7547125-642C-4B4C-9AB4-0DE77CBDFFCD}" srcId="{64CBBF19-C24B-485F-976C-29A8E1A1E6A5}" destId="{784ABAD1-3577-4A30-99CC-780FDBFEA93E}" srcOrd="1" destOrd="0" parTransId="{9F77CF90-60F4-4D69-9628-2FD44C6583E0}" sibTransId="{9F5C860B-8DA7-497D-8B17-69B7633FA6C8}"/>
    <dgm:cxn modelId="{98BDD428-8A1E-4BD4-BAE6-85222A3FC15A}" srcId="{64CBBF19-C24B-485F-976C-29A8E1A1E6A5}" destId="{92E23801-DA61-4CAA-8C53-16F0209CE1D1}" srcOrd="2" destOrd="0" parTransId="{DD670870-37A5-4E60-A3C1-FA39C1C876AB}" sibTransId="{24B218F7-2033-4224-B818-CAE39EEC6E50}"/>
    <dgm:cxn modelId="{8E0BF43C-85A0-4EB5-A648-7E6A2212D673}" type="presOf" srcId="{C7DDB771-6FEF-4D86-A740-EE3483BA315F}" destId="{2812EBA3-7AFC-4762-8496-197DAE47CDB3}" srcOrd="0" destOrd="0" presId="urn:microsoft.com/office/officeart/2005/8/layout/orgChart1"/>
    <dgm:cxn modelId="{8344F64F-C9DF-469C-A542-32E27D8B6E4B}" type="presOf" srcId="{9F77CF90-60F4-4D69-9628-2FD44C6583E0}" destId="{D80539ED-30DC-4EB2-A985-2FCB64A9F47F}" srcOrd="0" destOrd="0" presId="urn:microsoft.com/office/officeart/2005/8/layout/orgChart1"/>
    <dgm:cxn modelId="{98561471-8869-4EF9-BD14-07841433909B}" type="presOf" srcId="{A70AEA8D-FE40-487D-AE6D-7C98D0007A1D}" destId="{C4B76FB8-107D-493B-BDD8-0DA01C795862}" srcOrd="0" destOrd="0" presId="urn:microsoft.com/office/officeart/2005/8/layout/orgChart1"/>
    <dgm:cxn modelId="{F755C656-7097-4C0B-8C6F-5BA9968D0D7E}" type="presOf" srcId="{E7224B0A-1F75-486E-97C1-22DFDDCD6275}" destId="{D0F32297-8F01-4B08-839B-7C8EFE64F486}" srcOrd="0" destOrd="0" presId="urn:microsoft.com/office/officeart/2005/8/layout/orgChart1"/>
    <dgm:cxn modelId="{21A82BA5-92F5-4901-8FD6-26A462DA1484}" type="presOf" srcId="{64CBBF19-C24B-485F-976C-29A8E1A1E6A5}" destId="{E1012995-E0E7-48EA-8B33-5D7B07BE1B34}" srcOrd="1" destOrd="0" presId="urn:microsoft.com/office/officeart/2005/8/layout/orgChart1"/>
    <dgm:cxn modelId="{C27FAFC1-5504-4A05-AC5D-9C2244F0202A}" type="presOf" srcId="{64CBBF19-C24B-485F-976C-29A8E1A1E6A5}" destId="{9DC4B07C-6FC5-4275-A50C-931CB8395BE3}" srcOrd="0" destOrd="0" presId="urn:microsoft.com/office/officeart/2005/8/layout/orgChart1"/>
    <dgm:cxn modelId="{C60C51CC-A862-43B8-AB20-AFE5C54E7069}" type="presOf" srcId="{DD670870-37A5-4E60-A3C1-FA39C1C876AB}" destId="{26D25D69-0145-49C5-88DE-64BD72854705}" srcOrd="0" destOrd="0" presId="urn:microsoft.com/office/officeart/2005/8/layout/orgChart1"/>
    <dgm:cxn modelId="{FD8D86EA-A6C2-4139-9164-FD71426DC73E}" srcId="{64CBBF19-C24B-485F-976C-29A8E1A1E6A5}" destId="{A70AEA8D-FE40-487D-AE6D-7C98D0007A1D}" srcOrd="0" destOrd="0" parTransId="{C7DDB771-6FEF-4D86-A740-EE3483BA315F}" sibTransId="{4E8782EA-5F44-4F57-A732-8FD0FD59EC90}"/>
    <dgm:cxn modelId="{24923841-E47B-41AE-95CB-04895EE32FEA}" type="presParOf" srcId="{D0F32297-8F01-4B08-839B-7C8EFE64F486}" destId="{CEBFFC3E-74EA-4DB5-A0B1-BA8D77CAEF9E}" srcOrd="0" destOrd="0" presId="urn:microsoft.com/office/officeart/2005/8/layout/orgChart1"/>
    <dgm:cxn modelId="{B826463F-1A59-4C9C-B345-29910BA1B7D5}" type="presParOf" srcId="{CEBFFC3E-74EA-4DB5-A0B1-BA8D77CAEF9E}" destId="{A7026B52-2BFC-4E77-8D25-615E8C97FEBD}" srcOrd="0" destOrd="0" presId="urn:microsoft.com/office/officeart/2005/8/layout/orgChart1"/>
    <dgm:cxn modelId="{3468CD8F-BD18-4D5A-A21F-39713ADB7000}" type="presParOf" srcId="{A7026B52-2BFC-4E77-8D25-615E8C97FEBD}" destId="{9DC4B07C-6FC5-4275-A50C-931CB8395BE3}" srcOrd="0" destOrd="0" presId="urn:microsoft.com/office/officeart/2005/8/layout/orgChart1"/>
    <dgm:cxn modelId="{58AABFAD-8225-4FA3-A8D6-91C9FB4BD330}" type="presParOf" srcId="{A7026B52-2BFC-4E77-8D25-615E8C97FEBD}" destId="{E1012995-E0E7-48EA-8B33-5D7B07BE1B34}" srcOrd="1" destOrd="0" presId="urn:microsoft.com/office/officeart/2005/8/layout/orgChart1"/>
    <dgm:cxn modelId="{6DE6D1B0-6E56-4838-AF85-4FD92B3F3F64}" type="presParOf" srcId="{CEBFFC3E-74EA-4DB5-A0B1-BA8D77CAEF9E}" destId="{D6F2DB95-B5A9-450A-813E-E1835C2F0CF8}" srcOrd="1" destOrd="0" presId="urn:microsoft.com/office/officeart/2005/8/layout/orgChart1"/>
    <dgm:cxn modelId="{0C71B85C-055E-4046-A838-D963E85CD95C}" type="presParOf" srcId="{D6F2DB95-B5A9-450A-813E-E1835C2F0CF8}" destId="{2812EBA3-7AFC-4762-8496-197DAE47CDB3}" srcOrd="0" destOrd="0" presId="urn:microsoft.com/office/officeart/2005/8/layout/orgChart1"/>
    <dgm:cxn modelId="{B9A4854B-7036-476D-9022-8FC7CD694A61}" type="presParOf" srcId="{D6F2DB95-B5A9-450A-813E-E1835C2F0CF8}" destId="{FBE3FD04-849D-43FC-82B9-8041B7D427A5}" srcOrd="1" destOrd="0" presId="urn:microsoft.com/office/officeart/2005/8/layout/orgChart1"/>
    <dgm:cxn modelId="{02B48973-8D12-496B-8183-DA239CEA5DE0}" type="presParOf" srcId="{FBE3FD04-849D-43FC-82B9-8041B7D427A5}" destId="{AEC1B3DA-311B-42B0-9F40-078B80D8EF09}" srcOrd="0" destOrd="0" presId="urn:microsoft.com/office/officeart/2005/8/layout/orgChart1"/>
    <dgm:cxn modelId="{D4C66E07-308D-4DCE-ACCC-A24197262C60}" type="presParOf" srcId="{AEC1B3DA-311B-42B0-9F40-078B80D8EF09}" destId="{C4B76FB8-107D-493B-BDD8-0DA01C795862}" srcOrd="0" destOrd="0" presId="urn:microsoft.com/office/officeart/2005/8/layout/orgChart1"/>
    <dgm:cxn modelId="{2960C416-1B9D-4357-9C77-595767EB55A7}" type="presParOf" srcId="{AEC1B3DA-311B-42B0-9F40-078B80D8EF09}" destId="{B891046C-7F47-4159-8B9E-0C7D5782ED7B}" srcOrd="1" destOrd="0" presId="urn:microsoft.com/office/officeart/2005/8/layout/orgChart1"/>
    <dgm:cxn modelId="{A84E11C0-525F-4816-AC78-23D07E39B119}" type="presParOf" srcId="{FBE3FD04-849D-43FC-82B9-8041B7D427A5}" destId="{9B24D42C-53CE-4DEB-8BE9-F04CDAB2FAEA}" srcOrd="1" destOrd="0" presId="urn:microsoft.com/office/officeart/2005/8/layout/orgChart1"/>
    <dgm:cxn modelId="{CCE8EF28-577F-49C3-8CBC-DED687A981AA}" type="presParOf" srcId="{FBE3FD04-849D-43FC-82B9-8041B7D427A5}" destId="{765E39AA-3B64-4327-B605-EDB7B78D2E0E}" srcOrd="2" destOrd="0" presId="urn:microsoft.com/office/officeart/2005/8/layout/orgChart1"/>
    <dgm:cxn modelId="{8B182BF3-F612-4B72-93AC-BE9BE7AC5B2C}" type="presParOf" srcId="{D6F2DB95-B5A9-450A-813E-E1835C2F0CF8}" destId="{D80539ED-30DC-4EB2-A985-2FCB64A9F47F}" srcOrd="2" destOrd="0" presId="urn:microsoft.com/office/officeart/2005/8/layout/orgChart1"/>
    <dgm:cxn modelId="{2E2A7695-9A9F-4C5F-B498-CDF5E458D9ED}" type="presParOf" srcId="{D6F2DB95-B5A9-450A-813E-E1835C2F0CF8}" destId="{A987AF4B-3ECC-448F-B4C3-7E620F3FC8C6}" srcOrd="3" destOrd="0" presId="urn:microsoft.com/office/officeart/2005/8/layout/orgChart1"/>
    <dgm:cxn modelId="{D8A23DAD-EF90-4D29-B0C2-95FF1198ADDE}" type="presParOf" srcId="{A987AF4B-3ECC-448F-B4C3-7E620F3FC8C6}" destId="{763B4AF8-543F-4895-BD86-4B1BCD4EB886}" srcOrd="0" destOrd="0" presId="urn:microsoft.com/office/officeart/2005/8/layout/orgChart1"/>
    <dgm:cxn modelId="{0252FDC7-47D1-421C-B85B-10F1EBA57900}" type="presParOf" srcId="{763B4AF8-543F-4895-BD86-4B1BCD4EB886}" destId="{2545183D-1651-4DF6-B539-BA2B40D81488}" srcOrd="0" destOrd="0" presId="urn:microsoft.com/office/officeart/2005/8/layout/orgChart1"/>
    <dgm:cxn modelId="{7F593D9F-E6D6-4110-9A1B-71A029CD23CA}" type="presParOf" srcId="{763B4AF8-543F-4895-BD86-4B1BCD4EB886}" destId="{BACE8CBD-2485-4B40-B318-41453B30EC06}" srcOrd="1" destOrd="0" presId="urn:microsoft.com/office/officeart/2005/8/layout/orgChart1"/>
    <dgm:cxn modelId="{2E75FD9B-3883-4871-B0FE-883F00B1EF30}" type="presParOf" srcId="{A987AF4B-3ECC-448F-B4C3-7E620F3FC8C6}" destId="{00B39E35-77B7-4151-9543-072502D38FB3}" srcOrd="1" destOrd="0" presId="urn:microsoft.com/office/officeart/2005/8/layout/orgChart1"/>
    <dgm:cxn modelId="{B2D8441D-4E8B-40D7-A9E2-DF92C96E6B38}" type="presParOf" srcId="{A987AF4B-3ECC-448F-B4C3-7E620F3FC8C6}" destId="{54C23D99-D30D-4454-AD78-EDAF70B92E91}" srcOrd="2" destOrd="0" presId="urn:microsoft.com/office/officeart/2005/8/layout/orgChart1"/>
    <dgm:cxn modelId="{FCB85F01-8E80-411A-81D9-24D1431E2100}" type="presParOf" srcId="{D6F2DB95-B5A9-450A-813E-E1835C2F0CF8}" destId="{26D25D69-0145-49C5-88DE-64BD72854705}" srcOrd="4" destOrd="0" presId="urn:microsoft.com/office/officeart/2005/8/layout/orgChart1"/>
    <dgm:cxn modelId="{2F61A317-F385-447C-ABB1-2D95210BDCD6}" type="presParOf" srcId="{D6F2DB95-B5A9-450A-813E-E1835C2F0CF8}" destId="{66943E4A-7519-434A-851F-772338E9721F}" srcOrd="5" destOrd="0" presId="urn:microsoft.com/office/officeart/2005/8/layout/orgChart1"/>
    <dgm:cxn modelId="{EBE15E91-4596-4370-B130-8910B7EA6EFE}" type="presParOf" srcId="{66943E4A-7519-434A-851F-772338E9721F}" destId="{BCFC2A87-D28E-4F92-AD27-6C5D9CFF8426}" srcOrd="0" destOrd="0" presId="urn:microsoft.com/office/officeart/2005/8/layout/orgChart1"/>
    <dgm:cxn modelId="{CB4030D6-4CA8-43D9-BFBA-EA963FBF9E4D}" type="presParOf" srcId="{BCFC2A87-D28E-4F92-AD27-6C5D9CFF8426}" destId="{AF68C729-6CBA-4E3D-AC70-66AA116F2C03}" srcOrd="0" destOrd="0" presId="urn:microsoft.com/office/officeart/2005/8/layout/orgChart1"/>
    <dgm:cxn modelId="{30B393D4-B6CE-4088-93A6-F2F44868B521}" type="presParOf" srcId="{BCFC2A87-D28E-4F92-AD27-6C5D9CFF8426}" destId="{DFD4AD56-D243-48DE-91BB-CF430D355519}" srcOrd="1" destOrd="0" presId="urn:microsoft.com/office/officeart/2005/8/layout/orgChart1"/>
    <dgm:cxn modelId="{5E91EB09-002E-4B0F-A3B7-22D48CA3A18F}" type="presParOf" srcId="{66943E4A-7519-434A-851F-772338E9721F}" destId="{1F72C0A6-DB7B-436D-A62C-7E10BCC78300}" srcOrd="1" destOrd="0" presId="urn:microsoft.com/office/officeart/2005/8/layout/orgChart1"/>
    <dgm:cxn modelId="{6C64017B-F118-4178-9861-1D9269A8D7C5}" type="presParOf" srcId="{66943E4A-7519-434A-851F-772338E9721F}" destId="{A473B6B4-4DD8-4224-93C6-0D5A7D5C4740}" srcOrd="2" destOrd="0" presId="urn:microsoft.com/office/officeart/2005/8/layout/orgChart1"/>
    <dgm:cxn modelId="{13740922-6E46-404E-BDC9-2152B11F8234}" type="presParOf" srcId="{CEBFFC3E-74EA-4DB5-A0B1-BA8D77CAEF9E}" destId="{CC88A17B-81D4-44D5-ADA9-208B0B00218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93B159-CF36-45F7-8357-2D49181F6941}">
      <dsp:nvSpPr>
        <dsp:cNvPr id="0" name=""/>
        <dsp:cNvSpPr/>
      </dsp:nvSpPr>
      <dsp:spPr>
        <a:xfrm>
          <a:off x="214025" y="1994372"/>
          <a:ext cx="3418629" cy="17093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1" kern="1200" cap="none" spc="0" dirty="0">
              <a:ln w="12700">
                <a:prstDash val="solid"/>
              </a:ln>
              <a:effectLst/>
            </a:rPr>
            <a:t>Menu </a:t>
          </a:r>
        </a:p>
      </dsp:txBody>
      <dsp:txXfrm>
        <a:off x="264089" y="2044436"/>
        <a:ext cx="3318501" cy="1609186"/>
      </dsp:txXfrm>
    </dsp:sp>
    <dsp:sp modelId="{2D9C32D4-9E8E-4019-9B6C-9E3764208426}">
      <dsp:nvSpPr>
        <dsp:cNvPr id="0" name=""/>
        <dsp:cNvSpPr/>
      </dsp:nvSpPr>
      <dsp:spPr>
        <a:xfrm rot="18229546">
          <a:off x="3101967" y="1827382"/>
          <a:ext cx="2394094" cy="54438"/>
        </a:xfrm>
        <a:custGeom>
          <a:avLst/>
          <a:gdLst/>
          <a:ahLst/>
          <a:cxnLst/>
          <a:rect l="0" t="0" r="0" b="0"/>
          <a:pathLst>
            <a:path>
              <a:moveTo>
                <a:pt x="0" y="27219"/>
              </a:moveTo>
              <a:lnTo>
                <a:pt x="2394094" y="27219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900" kern="1200"/>
        </a:p>
      </dsp:txBody>
      <dsp:txXfrm>
        <a:off x="4239162" y="1794749"/>
        <a:ext cx="119704" cy="119704"/>
      </dsp:txXfrm>
    </dsp:sp>
    <dsp:sp modelId="{40D64EF9-C5C1-4372-991D-D2635288FADB}">
      <dsp:nvSpPr>
        <dsp:cNvPr id="0" name=""/>
        <dsp:cNvSpPr/>
      </dsp:nvSpPr>
      <dsp:spPr>
        <a:xfrm>
          <a:off x="4965373" y="5516"/>
          <a:ext cx="3418629" cy="17093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 dirty="0">
              <a:latin typeface="Cooper Std Black" panose="0208090304030B020404" pitchFamily="18" charset="0"/>
            </a:rPr>
            <a:t>Quantidade de jogadores</a:t>
          </a:r>
        </a:p>
      </dsp:txBody>
      <dsp:txXfrm>
        <a:off x="5015437" y="55580"/>
        <a:ext cx="3318501" cy="1609186"/>
      </dsp:txXfrm>
    </dsp:sp>
    <dsp:sp modelId="{4A4CF13D-A872-43E5-9F80-12883D988087}">
      <dsp:nvSpPr>
        <dsp:cNvPr id="0" name=""/>
        <dsp:cNvSpPr/>
      </dsp:nvSpPr>
      <dsp:spPr>
        <a:xfrm rot="21540306">
          <a:off x="3632554" y="2810238"/>
          <a:ext cx="1332919" cy="54438"/>
        </a:xfrm>
        <a:custGeom>
          <a:avLst/>
          <a:gdLst/>
          <a:ahLst/>
          <a:cxnLst/>
          <a:rect l="0" t="0" r="0" b="0"/>
          <a:pathLst>
            <a:path>
              <a:moveTo>
                <a:pt x="0" y="27219"/>
              </a:moveTo>
              <a:lnTo>
                <a:pt x="1332919" y="27219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4265691" y="2804135"/>
        <a:ext cx="66645" cy="66645"/>
      </dsp:txXfrm>
    </dsp:sp>
    <dsp:sp modelId="{7D6529D2-43E8-4806-84A0-77C754BDA275}">
      <dsp:nvSpPr>
        <dsp:cNvPr id="0" name=""/>
        <dsp:cNvSpPr/>
      </dsp:nvSpPr>
      <dsp:spPr>
        <a:xfrm>
          <a:off x="4965373" y="1971228"/>
          <a:ext cx="3418629" cy="17093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 dirty="0">
              <a:latin typeface="Cooper Std Black" panose="0208090304030B020404" pitchFamily="18" charset="0"/>
            </a:rPr>
            <a:t>Regras</a:t>
          </a:r>
          <a:r>
            <a:rPr lang="pt-BR" sz="4000" kern="1200" baseline="0" dirty="0">
              <a:latin typeface="Cooper Std Black" panose="0208090304030B020404" pitchFamily="18" charset="0"/>
            </a:rPr>
            <a:t> do jogo</a:t>
          </a:r>
          <a:endParaRPr lang="pt-BR" sz="4000" kern="1200" dirty="0">
            <a:latin typeface="Cooper Std Black" panose="0208090304030B020404" pitchFamily="18" charset="0"/>
          </a:endParaRPr>
        </a:p>
      </dsp:txBody>
      <dsp:txXfrm>
        <a:off x="5015437" y="2021292"/>
        <a:ext cx="3318501" cy="1609186"/>
      </dsp:txXfrm>
    </dsp:sp>
    <dsp:sp modelId="{470A2C9C-7BC8-4080-B6AB-28A8A98D0238}">
      <dsp:nvSpPr>
        <dsp:cNvPr id="0" name=""/>
        <dsp:cNvSpPr/>
      </dsp:nvSpPr>
      <dsp:spPr>
        <a:xfrm rot="3332852">
          <a:off x="3121123" y="3793094"/>
          <a:ext cx="2355781" cy="54438"/>
        </a:xfrm>
        <a:custGeom>
          <a:avLst/>
          <a:gdLst/>
          <a:ahLst/>
          <a:cxnLst/>
          <a:rect l="0" t="0" r="0" b="0"/>
          <a:pathLst>
            <a:path>
              <a:moveTo>
                <a:pt x="0" y="27219"/>
              </a:moveTo>
              <a:lnTo>
                <a:pt x="2355781" y="27219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900" kern="1200"/>
        </a:p>
      </dsp:txBody>
      <dsp:txXfrm>
        <a:off x="4240120" y="3761419"/>
        <a:ext cx="117789" cy="117789"/>
      </dsp:txXfrm>
    </dsp:sp>
    <dsp:sp modelId="{889EEAFC-2BE2-4D2D-B0A7-40A44716F7DE}">
      <dsp:nvSpPr>
        <dsp:cNvPr id="0" name=""/>
        <dsp:cNvSpPr/>
      </dsp:nvSpPr>
      <dsp:spPr>
        <a:xfrm>
          <a:off x="4965373" y="3936940"/>
          <a:ext cx="3418629" cy="17093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 dirty="0">
            <a:latin typeface="Cooper Std Black" panose="0208090304030B020404" pitchFamily="18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Cooper Std Black" panose="0208090304030B020404" pitchFamily="18" charset="0"/>
            </a:rPr>
            <a:t>Bem vindo ao jogo!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Cooper Std Black" panose="0208090304030B020404" pitchFamily="18" charset="0"/>
            </a:rPr>
            <a:t>(</a:t>
          </a:r>
          <a:r>
            <a:rPr lang="pt-BR" sz="1800" kern="1200" dirty="0" err="1">
              <a:latin typeface="Cooper Std Black" panose="0208090304030B020404" pitchFamily="18" charset="0"/>
            </a:rPr>
            <a:t>cls</a:t>
          </a:r>
          <a:r>
            <a:rPr lang="pt-BR" sz="1800" kern="1200" dirty="0">
              <a:latin typeface="Cooper Std Black" panose="0208090304030B020404" pitchFamily="18" charset="0"/>
            </a:rPr>
            <a:t>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Cooper Std Black" panose="0208090304030B020404" pitchFamily="18" charset="0"/>
            </a:rPr>
            <a:t>(</a:t>
          </a:r>
          <a:r>
            <a:rPr lang="pt-BR" sz="1800" kern="1200" dirty="0" err="1">
              <a:latin typeface="Cooper Std Black" panose="0208090304030B020404" pitchFamily="18" charset="0"/>
            </a:rPr>
            <a:t>sleep</a:t>
          </a:r>
          <a:r>
            <a:rPr lang="pt-BR" sz="1800" kern="1200" dirty="0">
              <a:latin typeface="Cooper Std Black" panose="0208090304030B020404" pitchFamily="18" charset="0"/>
            </a:rPr>
            <a:t>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Cooper Std Black" panose="0208090304030B020404" pitchFamily="18" charset="0"/>
            </a:rPr>
            <a:t>Começar o jogo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Cooper Std Black" panose="0208090304030B020404" pitchFamily="18" charset="0"/>
            </a:rPr>
            <a:t>Sair do jogo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50" kern="1200" dirty="0">
            <a:latin typeface="Cooper Std Black" panose="0208090304030B020404" pitchFamily="18" charset="0"/>
          </a:endParaRPr>
        </a:p>
      </dsp:txBody>
      <dsp:txXfrm>
        <a:off x="5015437" y="3987004"/>
        <a:ext cx="3318501" cy="1609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3E5BA-53B6-474A-A74F-F676E347EFE4}">
      <dsp:nvSpPr>
        <dsp:cNvPr id="0" name=""/>
        <dsp:cNvSpPr/>
      </dsp:nvSpPr>
      <dsp:spPr>
        <a:xfrm>
          <a:off x="1142999" y="2100791"/>
          <a:ext cx="2434166" cy="12170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1" kern="1200" cap="none" spc="0" dirty="0">
              <a:ln w="12700">
                <a:prstDash val="solid"/>
              </a:ln>
              <a:effectLst/>
            </a:rPr>
            <a:t>Funções </a:t>
          </a:r>
        </a:p>
      </dsp:txBody>
      <dsp:txXfrm>
        <a:off x="1178646" y="2136438"/>
        <a:ext cx="2362872" cy="1145789"/>
      </dsp:txXfrm>
    </dsp:sp>
    <dsp:sp modelId="{8AD4B285-88D6-4F96-96C2-BDE1673FDF14}">
      <dsp:nvSpPr>
        <dsp:cNvPr id="0" name=""/>
        <dsp:cNvSpPr/>
      </dsp:nvSpPr>
      <dsp:spPr>
        <a:xfrm rot="17692822">
          <a:off x="2906870" y="1639384"/>
          <a:ext cx="231425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314259" y="20214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900" kern="1200"/>
        </a:p>
      </dsp:txBody>
      <dsp:txXfrm>
        <a:off x="4006143" y="1601742"/>
        <a:ext cx="115712" cy="115712"/>
      </dsp:txXfrm>
    </dsp:sp>
    <dsp:sp modelId="{F1835D7A-322E-4027-A0A6-5B6DDCDAAC64}">
      <dsp:nvSpPr>
        <dsp:cNvPr id="0" name=""/>
        <dsp:cNvSpPr/>
      </dsp:nvSpPr>
      <dsp:spPr>
        <a:xfrm>
          <a:off x="4550833" y="1322"/>
          <a:ext cx="2434166" cy="12170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>
              <a:latin typeface="Cooper Std Black" panose="0208090304030B020404" pitchFamily="18" charset="0"/>
            </a:rPr>
            <a:t>Cronometro</a:t>
          </a:r>
        </a:p>
      </dsp:txBody>
      <dsp:txXfrm>
        <a:off x="4586480" y="36969"/>
        <a:ext cx="2362872" cy="1145789"/>
      </dsp:txXfrm>
    </dsp:sp>
    <dsp:sp modelId="{5669A3BD-39E5-46D6-8160-DA5C3E1BF0FA}">
      <dsp:nvSpPr>
        <dsp:cNvPr id="0" name=""/>
        <dsp:cNvSpPr/>
      </dsp:nvSpPr>
      <dsp:spPr>
        <a:xfrm rot="19457599">
          <a:off x="3464462" y="2339207"/>
          <a:ext cx="119907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199074" y="20214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4034023" y="2329445"/>
        <a:ext cx="59953" cy="59953"/>
      </dsp:txXfrm>
    </dsp:sp>
    <dsp:sp modelId="{32477BFF-A3DA-47AB-88B2-ACF4D49EADD6}">
      <dsp:nvSpPr>
        <dsp:cNvPr id="0" name=""/>
        <dsp:cNvSpPr/>
      </dsp:nvSpPr>
      <dsp:spPr>
        <a:xfrm>
          <a:off x="4550833" y="1400968"/>
          <a:ext cx="2434166" cy="12170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>
              <a:latin typeface="Cooper Std Black" panose="0208090304030B020404" pitchFamily="18" charset="0"/>
            </a:rPr>
            <a:t>Pontos </a:t>
          </a:r>
        </a:p>
      </dsp:txBody>
      <dsp:txXfrm>
        <a:off x="4586480" y="1436615"/>
        <a:ext cx="2362872" cy="1145789"/>
      </dsp:txXfrm>
    </dsp:sp>
    <dsp:sp modelId="{4728B31C-AD1F-4F81-9B1E-1B0DB3973015}">
      <dsp:nvSpPr>
        <dsp:cNvPr id="0" name=""/>
        <dsp:cNvSpPr/>
      </dsp:nvSpPr>
      <dsp:spPr>
        <a:xfrm rot="2142401">
          <a:off x="3464462" y="3039030"/>
          <a:ext cx="119907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199074" y="20214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4034023" y="3029268"/>
        <a:ext cx="59953" cy="59953"/>
      </dsp:txXfrm>
    </dsp:sp>
    <dsp:sp modelId="{BD1A5D34-DDC9-4334-8A66-EEAF8CB3876F}">
      <dsp:nvSpPr>
        <dsp:cNvPr id="0" name=""/>
        <dsp:cNvSpPr/>
      </dsp:nvSpPr>
      <dsp:spPr>
        <a:xfrm>
          <a:off x="4550833" y="2800614"/>
          <a:ext cx="2434166" cy="12170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>
              <a:latin typeface="Cooper Std Black" panose="0208090304030B020404" pitchFamily="18" charset="0"/>
            </a:rPr>
            <a:t>Sortear palavras</a:t>
          </a:r>
        </a:p>
      </dsp:txBody>
      <dsp:txXfrm>
        <a:off x="4586480" y="2836261"/>
        <a:ext cx="2362872" cy="1145789"/>
      </dsp:txXfrm>
    </dsp:sp>
    <dsp:sp modelId="{61AFBF69-F6D9-455D-9921-B61639CFF09A}">
      <dsp:nvSpPr>
        <dsp:cNvPr id="0" name=""/>
        <dsp:cNvSpPr/>
      </dsp:nvSpPr>
      <dsp:spPr>
        <a:xfrm rot="3907178">
          <a:off x="2906870" y="3738853"/>
          <a:ext cx="231425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314259" y="20214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900" kern="1200"/>
        </a:p>
      </dsp:txBody>
      <dsp:txXfrm>
        <a:off x="4006143" y="3701211"/>
        <a:ext cx="115712" cy="115712"/>
      </dsp:txXfrm>
    </dsp:sp>
    <dsp:sp modelId="{09AA7181-68F2-415F-A4FD-36620BBE78B0}">
      <dsp:nvSpPr>
        <dsp:cNvPr id="0" name=""/>
        <dsp:cNvSpPr/>
      </dsp:nvSpPr>
      <dsp:spPr>
        <a:xfrm>
          <a:off x="4550833" y="4200260"/>
          <a:ext cx="2434166" cy="12170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>
              <a:latin typeface="Cooper Std Black" panose="0208090304030B020404" pitchFamily="18" charset="0"/>
            </a:rPr>
            <a:t>Dicas</a:t>
          </a:r>
        </a:p>
      </dsp:txBody>
      <dsp:txXfrm>
        <a:off x="4586480" y="4235907"/>
        <a:ext cx="2362872" cy="1145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25D69-0145-49C5-88DE-64BD72854705}">
      <dsp:nvSpPr>
        <dsp:cNvPr id="0" name=""/>
        <dsp:cNvSpPr/>
      </dsp:nvSpPr>
      <dsp:spPr>
        <a:xfrm>
          <a:off x="406400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309" y="249510"/>
              </a:lnTo>
              <a:lnTo>
                <a:pt x="2875309" y="499020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0539ED-30DC-4EB2-A985-2FCB64A9F47F}">
      <dsp:nvSpPr>
        <dsp:cNvPr id="0" name=""/>
        <dsp:cNvSpPr/>
      </dsp:nvSpPr>
      <dsp:spPr>
        <a:xfrm>
          <a:off x="4018280" y="2459823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12EBA3-7AFC-4762-8496-197DAE47CDB3}">
      <dsp:nvSpPr>
        <dsp:cNvPr id="0" name=""/>
        <dsp:cNvSpPr/>
      </dsp:nvSpPr>
      <dsp:spPr>
        <a:xfrm>
          <a:off x="118869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C4B07C-6FC5-4275-A50C-931CB8395BE3}">
      <dsp:nvSpPr>
        <dsp:cNvPr id="0" name=""/>
        <dsp:cNvSpPr/>
      </dsp:nvSpPr>
      <dsp:spPr>
        <a:xfrm>
          <a:off x="2875855" y="1271678"/>
          <a:ext cx="2376289" cy="118814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1" kern="1200" cap="none" spc="0" dirty="0">
              <a:ln w="12700">
                <a:prstDash val="solid"/>
              </a:ln>
              <a:effectLst/>
            </a:rPr>
            <a:t>Bloco </a:t>
          </a:r>
          <a:r>
            <a:rPr lang="pt-BR" sz="3600" b="1" kern="1200" cap="none" spc="0" dirty="0" err="1">
              <a:ln w="12700">
                <a:prstDash val="solid"/>
              </a:ln>
              <a:effectLst/>
            </a:rPr>
            <a:t>main</a:t>
          </a:r>
          <a:r>
            <a:rPr lang="pt-BR" sz="3600" b="1" kern="1200" cap="none" spc="0" dirty="0">
              <a:ln w="12700">
                <a:prstDash val="solid"/>
              </a:ln>
              <a:effectLst/>
            </a:rPr>
            <a:t> </a:t>
          </a:r>
        </a:p>
      </dsp:txBody>
      <dsp:txXfrm>
        <a:off x="2875855" y="1271678"/>
        <a:ext cx="2376289" cy="1188144"/>
      </dsp:txXfrm>
    </dsp:sp>
    <dsp:sp modelId="{C4B76FB8-107D-493B-BDD8-0DA01C795862}">
      <dsp:nvSpPr>
        <dsp:cNvPr id="0" name=""/>
        <dsp:cNvSpPr/>
      </dsp:nvSpPr>
      <dsp:spPr>
        <a:xfrm>
          <a:off x="545" y="2958843"/>
          <a:ext cx="2376289" cy="118814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>
              <a:latin typeface="Cooper Std Black" panose="0208090304030B020404" pitchFamily="18" charset="0"/>
            </a:rPr>
            <a:t>Acertou ou errou</a:t>
          </a:r>
        </a:p>
      </dsp:txBody>
      <dsp:txXfrm>
        <a:off x="545" y="2958843"/>
        <a:ext cx="2376289" cy="1188144"/>
      </dsp:txXfrm>
    </dsp:sp>
    <dsp:sp modelId="{2545183D-1651-4DF6-B539-BA2B40D81488}">
      <dsp:nvSpPr>
        <dsp:cNvPr id="0" name=""/>
        <dsp:cNvSpPr/>
      </dsp:nvSpPr>
      <dsp:spPr>
        <a:xfrm>
          <a:off x="2875855" y="2958843"/>
          <a:ext cx="2376289" cy="118814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>
              <a:latin typeface="Cooper Std Black" panose="0208090304030B020404" pitchFamily="18" charset="0"/>
            </a:rPr>
            <a:t>Finalização</a:t>
          </a:r>
        </a:p>
      </dsp:txBody>
      <dsp:txXfrm>
        <a:off x="2875855" y="2958843"/>
        <a:ext cx="2376289" cy="1188144"/>
      </dsp:txXfrm>
    </dsp:sp>
    <dsp:sp modelId="{AF68C729-6CBA-4E3D-AC70-66AA116F2C03}">
      <dsp:nvSpPr>
        <dsp:cNvPr id="0" name=""/>
        <dsp:cNvSpPr/>
      </dsp:nvSpPr>
      <dsp:spPr>
        <a:xfrm>
          <a:off x="5751165" y="2958843"/>
          <a:ext cx="2376289" cy="118814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latin typeface="Cooper Std Black" panose="0208090304030B020404" pitchFamily="18" charset="0"/>
            </a:rPr>
            <a:t>Nome dos jogadores</a:t>
          </a:r>
        </a:p>
      </dsp:txBody>
      <dsp:txXfrm>
        <a:off x="5751165" y="2958843"/>
        <a:ext cx="2376289" cy="1188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37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87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64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67423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449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67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31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21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955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44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4010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5272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888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090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447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764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80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9A90F-9697-405C-9607-FC5CCE2C0433}" type="datetimeFigureOut">
              <a:rPr lang="pt-BR" smtClean="0"/>
              <a:t>27/06/2022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C0E6F-984B-4BDE-84BF-9044D7C13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985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730F33F3-76BB-45BC-BC62-7019BBA4FBDD}"/>
              </a:ext>
            </a:extLst>
          </p:cNvPr>
          <p:cNvSpPr txBox="1"/>
          <p:nvPr/>
        </p:nvSpPr>
        <p:spPr>
          <a:xfrm>
            <a:off x="3456263" y="1979802"/>
            <a:ext cx="5360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Qual é</a:t>
            </a:r>
          </a:p>
        </p:txBody>
      </p:sp>
      <p:pic>
        <p:nvPicPr>
          <p:cNvPr id="1034" name="Picture 10" descr="A Palavra - Associação Cultural - YouTube">
            <a:extLst>
              <a:ext uri="{FF2B5EF4-FFF2-40B4-BE49-F238E27FC236}">
                <a16:creationId xmlns:a16="http://schemas.microsoft.com/office/drawing/2014/main" id="{A447D800-864A-498E-8D34-D9F852A58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A Palavra - Associação Cultural - YouTube">
            <a:extLst>
              <a:ext uri="{FF2B5EF4-FFF2-40B4-BE49-F238E27FC236}">
                <a16:creationId xmlns:a16="http://schemas.microsoft.com/office/drawing/2014/main" id="{7DEA2295-FE5F-4639-9014-C4F9242B7F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63" t="3404"/>
          <a:stretch/>
        </p:blipFill>
        <p:spPr bwMode="auto">
          <a:xfrm>
            <a:off x="0" y="0"/>
            <a:ext cx="5905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2F16057-4825-436F-9DE5-5DF2B8C7AAFF}"/>
              </a:ext>
            </a:extLst>
          </p:cNvPr>
          <p:cNvSpPr txBox="1"/>
          <p:nvPr/>
        </p:nvSpPr>
        <p:spPr>
          <a:xfrm>
            <a:off x="2200870" y="3062317"/>
            <a:ext cx="4085282" cy="1446550"/>
          </a:xfrm>
          <a:prstGeom prst="rect">
            <a:avLst/>
          </a:prstGeom>
          <a:noFill/>
        </p:spPr>
        <p:txBody>
          <a:bodyPr wrap="square" rtlCol="0">
            <a:prstTxWarp prst="textCascadeUp">
              <a:avLst/>
            </a:prstTxWarp>
            <a:spAutoFit/>
          </a:bodyPr>
          <a:lstStyle/>
          <a:p>
            <a:r>
              <a:rPr lang="pt-BR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stellar" panose="020A0402060406010301" pitchFamily="18" charset="0"/>
              </a:rPr>
              <a:t>Qual</a:t>
            </a:r>
            <a:r>
              <a:rPr lang="pt-BR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59397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54F235B-DC8E-4485-A5D6-1A2CCB30EF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3404457"/>
              </p:ext>
            </p:extLst>
          </p:nvPr>
        </p:nvGraphicFramePr>
        <p:xfrm>
          <a:off x="1814352" y="711365"/>
          <a:ext cx="8563296" cy="5651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B89747FA-E1C4-4F0E-9B2E-3A7D3DB5A08E}"/>
              </a:ext>
            </a:extLst>
          </p:cNvPr>
          <p:cNvSpPr txBox="1"/>
          <p:nvPr/>
        </p:nvSpPr>
        <p:spPr>
          <a:xfrm>
            <a:off x="868101" y="983848"/>
            <a:ext cx="251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Jade-&gt;</a:t>
            </a:r>
          </a:p>
        </p:txBody>
      </p:sp>
    </p:spTree>
    <p:extLst>
      <p:ext uri="{BB962C8B-B14F-4D97-AF65-F5344CB8AC3E}">
        <p14:creationId xmlns:p14="http://schemas.microsoft.com/office/powerpoint/2010/main" val="14214536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099AA9D-7BB7-4E47-9D3C-F8820CC611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7624429"/>
              </p:ext>
            </p:extLst>
          </p:nvPr>
        </p:nvGraphicFramePr>
        <p:xfrm>
          <a:off x="2711508" y="50994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 descr="Controlador Gamepad Jogando Jogos Alça PNG , Jogos, Lidar Com, Controlador  PNG Imagem para download gratuito">
            <a:extLst>
              <a:ext uri="{FF2B5EF4-FFF2-40B4-BE49-F238E27FC236}">
                <a16:creationId xmlns:a16="http://schemas.microsoft.com/office/drawing/2014/main" id="{7F76CF0F-2E13-44B2-BD69-EDE260558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12" y="2262100"/>
            <a:ext cx="4925992" cy="492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4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AFA8055C-3AF2-4F2A-8FEA-C532117BAB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0018166"/>
              </p:ext>
            </p:extLst>
          </p:nvPr>
        </p:nvGraphicFramePr>
        <p:xfrm>
          <a:off x="2711508" y="50994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609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95729-B0F9-C3F1-A9F8-A047B53C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dirty="0">
                <a:latin typeface="Arial Black" panose="020B0A04020102020204" pitchFamily="34" charset="0"/>
              </a:rPr>
              <a:t>Divisão: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70A222-DE52-ABB1-9A62-DD7B63F84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Jade: Responsável pela parte do menu</a:t>
            </a:r>
          </a:p>
          <a:p>
            <a:r>
              <a:rPr lang="pt-BR" dirty="0" err="1"/>
              <a:t>Alessa</a:t>
            </a:r>
            <a:r>
              <a:rPr lang="pt-BR" dirty="0"/>
              <a:t>: Gerar as palavras aleatoriamente</a:t>
            </a:r>
          </a:p>
          <a:p>
            <a:r>
              <a:rPr lang="pt-BR" dirty="0" err="1"/>
              <a:t>Ingrid:dicas</a:t>
            </a:r>
            <a:endParaRPr lang="pt-BR" dirty="0"/>
          </a:p>
          <a:p>
            <a:r>
              <a:rPr lang="pt-BR" dirty="0" err="1"/>
              <a:t>Rebecca:Contagem</a:t>
            </a:r>
            <a:r>
              <a:rPr lang="pt-BR" dirty="0"/>
              <a:t> dos pontos </a:t>
            </a:r>
          </a:p>
          <a:p>
            <a:r>
              <a:rPr lang="pt-BR" dirty="0"/>
              <a:t>Clara: cronometro </a:t>
            </a:r>
          </a:p>
        </p:txBody>
      </p:sp>
    </p:spTree>
    <p:extLst>
      <p:ext uri="{BB962C8B-B14F-4D97-AF65-F5344CB8AC3E}">
        <p14:creationId xmlns:p14="http://schemas.microsoft.com/office/powerpoint/2010/main" val="2851320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216</TotalTime>
  <Words>70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Castellar</vt:lpstr>
      <vt:lpstr>Cooper Std Black</vt:lpstr>
      <vt:lpstr>Tw Cen MT</vt:lpstr>
      <vt:lpstr>Circuito</vt:lpstr>
      <vt:lpstr>Apresentação do PowerPoint</vt:lpstr>
      <vt:lpstr>Apresentação do PowerPoint</vt:lpstr>
      <vt:lpstr>Apresentação do PowerPoint</vt:lpstr>
      <vt:lpstr>Apresentação do PowerPoint</vt:lpstr>
      <vt:lpstr>Divisão: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IFBA-CONVIDADO</dc:creator>
  <cp:lastModifiedBy>IFBA</cp:lastModifiedBy>
  <cp:revision>12</cp:revision>
  <dcterms:created xsi:type="dcterms:W3CDTF">2022-06-21T14:10:32Z</dcterms:created>
  <dcterms:modified xsi:type="dcterms:W3CDTF">2022-06-27T12:14:38Z</dcterms:modified>
</cp:coreProperties>
</file>